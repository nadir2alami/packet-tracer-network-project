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1"/>
  </p:notesMasterIdLst>
  <p:handoutMasterIdLst>
    <p:handoutMasterId r:id="rId22"/>
  </p:handoutMasterIdLst>
  <p:sldIdLst>
    <p:sldId id="410" r:id="rId5"/>
    <p:sldId id="383" r:id="rId6"/>
    <p:sldId id="411" r:id="rId7"/>
    <p:sldId id="412" r:id="rId8"/>
    <p:sldId id="413" r:id="rId9"/>
    <p:sldId id="414" r:id="rId10"/>
    <p:sldId id="415" r:id="rId11"/>
    <p:sldId id="416" r:id="rId12"/>
    <p:sldId id="417" r:id="rId13"/>
    <p:sldId id="418" r:id="rId14"/>
    <p:sldId id="419" r:id="rId15"/>
    <p:sldId id="420" r:id="rId16"/>
    <p:sldId id="421" r:id="rId17"/>
    <p:sldId id="422" r:id="rId18"/>
    <p:sldId id="423" r:id="rId19"/>
    <p:sldId id="398" r:id="rId20"/>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eu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6747" autoAdjust="0"/>
  </p:normalViewPr>
  <p:slideViewPr>
    <p:cSldViewPr snapToGrid="0">
      <p:cViewPr>
        <p:scale>
          <a:sx n="66" d="100"/>
          <a:sy n="66" d="100"/>
        </p:scale>
        <p:origin x="900" y="15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7" d="100"/>
          <a:sy n="97" d="100"/>
        </p:scale>
        <p:origin x="3618"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87768afc357b8d2" providerId="LiveId" clId="{36322ACC-4ED3-40CF-9D56-C23A883CCA23}"/>
    <pc:docChg chg="undo custSel modSld">
      <pc:chgData name="🅿️ *" userId="787768afc357b8d2" providerId="LiveId" clId="{36322ACC-4ED3-40CF-9D56-C23A883CCA23}" dt="2025-04-11T17:02:29.993" v="11" actId="20577"/>
      <pc:docMkLst>
        <pc:docMk/>
      </pc:docMkLst>
      <pc:sldChg chg="addSp delSp modSp mod modClrScheme chgLayout">
        <pc:chgData name="🅿️ *" userId="787768afc357b8d2" providerId="LiveId" clId="{36322ACC-4ED3-40CF-9D56-C23A883CCA23}" dt="2025-04-11T17:00:18.329" v="0" actId="26606"/>
        <pc:sldMkLst>
          <pc:docMk/>
          <pc:sldMk cId="3346685798" sldId="383"/>
        </pc:sldMkLst>
        <pc:spChg chg="mod">
          <ac:chgData name="🅿️ *" userId="787768afc357b8d2" providerId="LiveId" clId="{36322ACC-4ED3-40CF-9D56-C23A883CCA23}" dt="2025-04-11T17:00:18.329" v="0" actId="26606"/>
          <ac:spMkLst>
            <pc:docMk/>
            <pc:sldMk cId="3346685798" sldId="383"/>
            <ac:spMk id="2" creationId="{B530BF65-C84B-45C3-72CA-AFDA68851174}"/>
          </ac:spMkLst>
        </pc:spChg>
        <pc:spChg chg="del">
          <ac:chgData name="🅿️ *" userId="787768afc357b8d2" providerId="LiveId" clId="{36322ACC-4ED3-40CF-9D56-C23A883CCA23}" dt="2025-04-11T17:00:18.329" v="0" actId="26606"/>
          <ac:spMkLst>
            <pc:docMk/>
            <pc:sldMk cId="3346685798" sldId="383"/>
            <ac:spMk id="3" creationId="{3B8EBC2C-6DD7-5003-38EB-40753046FE8C}"/>
          </ac:spMkLst>
        </pc:spChg>
        <pc:graphicFrameChg chg="add mod">
          <ac:chgData name="🅿️ *" userId="787768afc357b8d2" providerId="LiveId" clId="{36322ACC-4ED3-40CF-9D56-C23A883CCA23}" dt="2025-04-11T17:00:18.329" v="0" actId="26606"/>
          <ac:graphicFrameMkLst>
            <pc:docMk/>
            <pc:sldMk cId="3346685798" sldId="383"/>
            <ac:graphicFrameMk id="5" creationId="{4224C227-3E1D-48AD-AFDD-583AAF8A3E6F}"/>
          </ac:graphicFrameMkLst>
        </pc:graphicFrameChg>
      </pc:sldChg>
      <pc:sldChg chg="modSp mod">
        <pc:chgData name="🅿️ *" userId="787768afc357b8d2" providerId="LiveId" clId="{36322ACC-4ED3-40CF-9D56-C23A883CCA23}" dt="2025-04-11T17:02:29.993" v="11" actId="20577"/>
        <pc:sldMkLst>
          <pc:docMk/>
          <pc:sldMk cId="4261132419" sldId="398"/>
        </pc:sldMkLst>
        <pc:spChg chg="mod">
          <ac:chgData name="🅿️ *" userId="787768afc357b8d2" providerId="LiveId" clId="{36322ACC-4ED3-40CF-9D56-C23A883CCA23}" dt="2025-04-11T17:02:29.993" v="11" actId="20577"/>
          <ac:spMkLst>
            <pc:docMk/>
            <pc:sldMk cId="4261132419" sldId="398"/>
            <ac:spMk id="3" creationId="{8BE734F0-2DDD-AF70-F13D-F9E4C1929411}"/>
          </ac:spMkLst>
        </pc:spChg>
      </pc:sldChg>
      <pc:sldChg chg="addSp modSp mod modClrScheme chgLayout">
        <pc:chgData name="🅿️ *" userId="787768afc357b8d2" providerId="LiveId" clId="{36322ACC-4ED3-40CF-9D56-C23A883CCA23}" dt="2025-04-11T17:00:33.512" v="1" actId="26606"/>
        <pc:sldMkLst>
          <pc:docMk/>
          <pc:sldMk cId="1332267241" sldId="411"/>
        </pc:sldMkLst>
        <pc:spChg chg="mod">
          <ac:chgData name="🅿️ *" userId="787768afc357b8d2" providerId="LiveId" clId="{36322ACC-4ED3-40CF-9D56-C23A883CCA23}" dt="2025-04-11T17:00:33.512" v="1" actId="26606"/>
          <ac:spMkLst>
            <pc:docMk/>
            <pc:sldMk cId="1332267241" sldId="411"/>
            <ac:spMk id="2" creationId="{0B0C01A9-AD6E-6E30-1D49-D713C5F1B550}"/>
          </ac:spMkLst>
        </pc:spChg>
        <pc:spChg chg="mod">
          <ac:chgData name="🅿️ *" userId="787768afc357b8d2" providerId="LiveId" clId="{36322ACC-4ED3-40CF-9D56-C23A883CCA23}" dt="2025-04-11T17:00:33.512" v="1" actId="26606"/>
          <ac:spMkLst>
            <pc:docMk/>
            <pc:sldMk cId="1332267241" sldId="411"/>
            <ac:spMk id="3" creationId="{F7732B01-E7D0-227D-333F-1C073747ADA1}"/>
          </ac:spMkLst>
        </pc:spChg>
        <pc:picChg chg="add">
          <ac:chgData name="🅿️ *" userId="787768afc357b8d2" providerId="LiveId" clId="{36322ACC-4ED3-40CF-9D56-C23A883CCA23}" dt="2025-04-11T17:00:33.512" v="1" actId="26606"/>
          <ac:picMkLst>
            <pc:docMk/>
            <pc:sldMk cId="1332267241" sldId="411"/>
            <ac:picMk id="5" creationId="{E35028F6-9B48-8821-7F68-674910CC33F6}"/>
          </ac:picMkLst>
        </pc:picChg>
      </pc:sldChg>
      <pc:sldChg chg="addSp delSp modSp mod modClrScheme chgLayout">
        <pc:chgData name="🅿️ *" userId="787768afc357b8d2" providerId="LiveId" clId="{36322ACC-4ED3-40CF-9D56-C23A883CCA23}" dt="2025-04-11T17:00:50.274" v="4" actId="26606"/>
        <pc:sldMkLst>
          <pc:docMk/>
          <pc:sldMk cId="745847424" sldId="412"/>
        </pc:sldMkLst>
        <pc:spChg chg="mod">
          <ac:chgData name="🅿️ *" userId="787768afc357b8d2" providerId="LiveId" clId="{36322ACC-4ED3-40CF-9D56-C23A883CCA23}" dt="2025-04-11T17:00:50.274" v="4" actId="26606"/>
          <ac:spMkLst>
            <pc:docMk/>
            <pc:sldMk cId="745847424" sldId="412"/>
            <ac:spMk id="2" creationId="{72E8FB0E-2773-4521-ADC6-5D52EE001946}"/>
          </ac:spMkLst>
        </pc:spChg>
        <pc:spChg chg="add del">
          <ac:chgData name="🅿️ *" userId="787768afc357b8d2" providerId="LiveId" clId="{36322ACC-4ED3-40CF-9D56-C23A883CCA23}" dt="2025-04-11T17:00:50.274" v="4" actId="26606"/>
          <ac:spMkLst>
            <pc:docMk/>
            <pc:sldMk cId="745847424" sldId="412"/>
            <ac:spMk id="3" creationId="{4EDDE34D-CD01-BFE6-7BA3-4AF2F5460C04}"/>
          </ac:spMkLst>
        </pc:spChg>
        <pc:graphicFrameChg chg="add del mod">
          <ac:chgData name="🅿️ *" userId="787768afc357b8d2" providerId="LiveId" clId="{36322ACC-4ED3-40CF-9D56-C23A883CCA23}" dt="2025-04-11T17:00:50.238" v="3" actId="26606"/>
          <ac:graphicFrameMkLst>
            <pc:docMk/>
            <pc:sldMk cId="745847424" sldId="412"/>
            <ac:graphicFrameMk id="5" creationId="{2496992A-CEF6-2B05-0817-C074EAA635CC}"/>
          </ac:graphicFrameMkLst>
        </pc:graphicFrameChg>
        <pc:graphicFrameChg chg="add">
          <ac:chgData name="🅿️ *" userId="787768afc357b8d2" providerId="LiveId" clId="{36322ACC-4ED3-40CF-9D56-C23A883CCA23}" dt="2025-04-11T17:00:50.274" v="4" actId="26606"/>
          <ac:graphicFrameMkLst>
            <pc:docMk/>
            <pc:sldMk cId="745847424" sldId="412"/>
            <ac:graphicFrameMk id="7" creationId="{73295DC3-C82D-488B-531D-AF8601D39A27}"/>
          </ac:graphicFrameMkLst>
        </pc:graphicFrameChg>
      </pc:sldChg>
      <pc:sldChg chg="addSp delSp modSp mod">
        <pc:chgData name="🅿️ *" userId="787768afc357b8d2" providerId="LiveId" clId="{36322ACC-4ED3-40CF-9D56-C23A883CCA23}" dt="2025-04-11T17:01:08.579" v="5" actId="26606"/>
        <pc:sldMkLst>
          <pc:docMk/>
          <pc:sldMk cId="162902641" sldId="413"/>
        </pc:sldMkLst>
        <pc:spChg chg="mod">
          <ac:chgData name="🅿️ *" userId="787768afc357b8d2" providerId="LiveId" clId="{36322ACC-4ED3-40CF-9D56-C23A883CCA23}" dt="2025-04-11T17:01:08.579" v="5" actId="26606"/>
          <ac:spMkLst>
            <pc:docMk/>
            <pc:sldMk cId="162902641" sldId="413"/>
            <ac:spMk id="2" creationId="{72E29E12-1DF5-5ED9-3C35-511F59A80C6E}"/>
          </ac:spMkLst>
        </pc:spChg>
        <pc:spChg chg="del">
          <ac:chgData name="🅿️ *" userId="787768afc357b8d2" providerId="LiveId" clId="{36322ACC-4ED3-40CF-9D56-C23A883CCA23}" dt="2025-04-11T17:01:08.579" v="5" actId="26606"/>
          <ac:spMkLst>
            <pc:docMk/>
            <pc:sldMk cId="162902641" sldId="413"/>
            <ac:spMk id="3" creationId="{010F3FF5-5470-0624-000F-3CE9ACA68652}"/>
          </ac:spMkLst>
        </pc:spChg>
        <pc:graphicFrameChg chg="add">
          <ac:chgData name="🅿️ *" userId="787768afc357b8d2" providerId="LiveId" clId="{36322ACC-4ED3-40CF-9D56-C23A883CCA23}" dt="2025-04-11T17:01:08.579" v="5" actId="26606"/>
          <ac:graphicFrameMkLst>
            <pc:docMk/>
            <pc:sldMk cId="162902641" sldId="413"/>
            <ac:graphicFrameMk id="5" creationId="{61E31E47-3CF8-CB32-E1FB-7288B6423E76}"/>
          </ac:graphicFrameMkLst>
        </pc:graphicFrameChg>
      </pc:sldChg>
      <pc:sldChg chg="modSp mod modClrScheme chgLayout">
        <pc:chgData name="🅿️ *" userId="787768afc357b8d2" providerId="LiveId" clId="{36322ACC-4ED3-40CF-9D56-C23A883CCA23}" dt="2025-04-11T17:01:17.638" v="6" actId="26606"/>
        <pc:sldMkLst>
          <pc:docMk/>
          <pc:sldMk cId="4006094524" sldId="414"/>
        </pc:sldMkLst>
        <pc:spChg chg="mod">
          <ac:chgData name="🅿️ *" userId="787768afc357b8d2" providerId="LiveId" clId="{36322ACC-4ED3-40CF-9D56-C23A883CCA23}" dt="2025-04-11T17:01:17.638" v="6" actId="26606"/>
          <ac:spMkLst>
            <pc:docMk/>
            <pc:sldMk cId="4006094524" sldId="414"/>
            <ac:spMk id="2" creationId="{7BE74F09-051E-6A56-A97B-0756A9E0357F}"/>
          </ac:spMkLst>
        </pc:spChg>
        <pc:spChg chg="mod">
          <ac:chgData name="🅿️ *" userId="787768afc357b8d2" providerId="LiveId" clId="{36322ACC-4ED3-40CF-9D56-C23A883CCA23}" dt="2025-04-11T17:01:17.638" v="6" actId="26606"/>
          <ac:spMkLst>
            <pc:docMk/>
            <pc:sldMk cId="4006094524" sldId="414"/>
            <ac:spMk id="10" creationId="{42835BAE-DFA1-22A0-5642-F1DD6A9AFE00}"/>
          </ac:spMkLst>
        </pc:spChg>
        <pc:picChg chg="mod ord">
          <ac:chgData name="🅿️ *" userId="787768afc357b8d2" providerId="LiveId" clId="{36322ACC-4ED3-40CF-9D56-C23A883CCA23}" dt="2025-04-11T17:01:17.638" v="6" actId="26606"/>
          <ac:picMkLst>
            <pc:docMk/>
            <pc:sldMk cId="4006094524" sldId="414"/>
            <ac:picMk id="5" creationId="{91B588FB-5F9B-5B13-C84B-02487A895AE0}"/>
          </ac:picMkLst>
        </pc:picChg>
      </pc:sldChg>
      <pc:sldChg chg="addSp delSp modSp mod modClrScheme chgLayout">
        <pc:chgData name="🅿️ *" userId="787768afc357b8d2" providerId="LiveId" clId="{36322ACC-4ED3-40CF-9D56-C23A883CCA23}" dt="2025-04-11T17:01:46.062" v="10" actId="207"/>
        <pc:sldMkLst>
          <pc:docMk/>
          <pc:sldMk cId="295424330" sldId="415"/>
        </pc:sldMkLst>
        <pc:spChg chg="mod">
          <ac:chgData name="🅿️ *" userId="787768afc357b8d2" providerId="LiveId" clId="{36322ACC-4ED3-40CF-9D56-C23A883CCA23}" dt="2025-04-11T17:01:22.614" v="7" actId="26606"/>
          <ac:spMkLst>
            <pc:docMk/>
            <pc:sldMk cId="295424330" sldId="415"/>
            <ac:spMk id="9" creationId="{69083813-3865-705A-5AEB-AF3EBF60B382}"/>
          </ac:spMkLst>
        </pc:spChg>
        <pc:spChg chg="del">
          <ac:chgData name="🅿️ *" userId="787768afc357b8d2" providerId="LiveId" clId="{36322ACC-4ED3-40CF-9D56-C23A883CCA23}" dt="2025-04-11T17:01:22.614" v="7" actId="26606"/>
          <ac:spMkLst>
            <pc:docMk/>
            <pc:sldMk cId="295424330" sldId="415"/>
            <ac:spMk id="11" creationId="{7BEAF429-615C-C97E-DA88-DD4D5B2707AB}"/>
          </ac:spMkLst>
        </pc:spChg>
        <pc:graphicFrameChg chg="add mod modGraphic">
          <ac:chgData name="🅿️ *" userId="787768afc357b8d2" providerId="LiveId" clId="{36322ACC-4ED3-40CF-9D56-C23A883CCA23}" dt="2025-04-11T17:01:46.062" v="10" actId="207"/>
          <ac:graphicFrameMkLst>
            <pc:docMk/>
            <pc:sldMk cId="295424330" sldId="415"/>
            <ac:graphicFrameMk id="13" creationId="{6A5D4B3F-ACC5-7D4E-EB04-B6E85F7F6B77}"/>
          </ac:graphicFrameMkLst>
        </pc:graphicFrameChg>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A257EA-D1DC-4363-8473-78160159A0D6}"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06FFEF11-7ED4-48B4-AE19-C67641161490}">
      <dgm:prSet/>
      <dgm:spPr/>
      <dgm:t>
        <a:bodyPr/>
        <a:lstStyle/>
        <a:p>
          <a:r>
            <a:rPr lang="fr-FR"/>
            <a:t>Permettre la connexion entre les vlans des sites</a:t>
          </a:r>
          <a:endParaRPr lang="en-US"/>
        </a:p>
      </dgm:t>
    </dgm:pt>
    <dgm:pt modelId="{03C33937-562D-420C-9A0F-D409768A9261}" type="parTrans" cxnId="{F8535CDD-ECDF-458E-98CA-33FF17A247A2}">
      <dgm:prSet/>
      <dgm:spPr/>
      <dgm:t>
        <a:bodyPr/>
        <a:lstStyle/>
        <a:p>
          <a:endParaRPr lang="en-US"/>
        </a:p>
      </dgm:t>
    </dgm:pt>
    <dgm:pt modelId="{507F4CE5-6E04-4A7B-A072-8D0168FEC4BE}" type="sibTrans" cxnId="{F8535CDD-ECDF-458E-98CA-33FF17A247A2}">
      <dgm:prSet/>
      <dgm:spPr/>
      <dgm:t>
        <a:bodyPr/>
        <a:lstStyle/>
        <a:p>
          <a:endParaRPr lang="en-US"/>
        </a:p>
      </dgm:t>
    </dgm:pt>
    <dgm:pt modelId="{82AF499E-4F83-4B44-BAF1-836E6E6F2149}">
      <dgm:prSet/>
      <dgm:spPr/>
      <dgm:t>
        <a:bodyPr/>
        <a:lstStyle/>
        <a:p>
          <a:r>
            <a:rPr lang="fr-FR"/>
            <a:t>Permettre la connexion sans fils au employe et guests</a:t>
          </a:r>
          <a:endParaRPr lang="en-US"/>
        </a:p>
      </dgm:t>
    </dgm:pt>
    <dgm:pt modelId="{1ACDF200-2C52-428C-A5B5-BE4F6EA3308E}" type="parTrans" cxnId="{79A19493-3D37-4609-AD2F-041E076A7F13}">
      <dgm:prSet/>
      <dgm:spPr/>
      <dgm:t>
        <a:bodyPr/>
        <a:lstStyle/>
        <a:p>
          <a:endParaRPr lang="en-US"/>
        </a:p>
      </dgm:t>
    </dgm:pt>
    <dgm:pt modelId="{FA723340-154F-49D1-B60A-4CF45B664719}" type="sibTrans" cxnId="{79A19493-3D37-4609-AD2F-041E076A7F13}">
      <dgm:prSet/>
      <dgm:spPr/>
      <dgm:t>
        <a:bodyPr/>
        <a:lstStyle/>
        <a:p>
          <a:endParaRPr lang="en-US"/>
        </a:p>
      </dgm:t>
    </dgm:pt>
    <dgm:pt modelId="{86C20CCB-09C8-4DE1-BF7E-35BFD9E23C6E}">
      <dgm:prSet/>
      <dgm:spPr/>
      <dgm:t>
        <a:bodyPr/>
        <a:lstStyle/>
        <a:p>
          <a:r>
            <a:rPr lang="fr-FR"/>
            <a:t>Arriver a se connecter au équipement informatique grâce au ssh</a:t>
          </a:r>
          <a:endParaRPr lang="en-US"/>
        </a:p>
      </dgm:t>
    </dgm:pt>
    <dgm:pt modelId="{E07C1392-1917-4ED2-8A45-6F7AAA6D8336}" type="parTrans" cxnId="{2958B6E2-D2A9-4B7F-9D94-12478D899B86}">
      <dgm:prSet/>
      <dgm:spPr/>
      <dgm:t>
        <a:bodyPr/>
        <a:lstStyle/>
        <a:p>
          <a:endParaRPr lang="en-US"/>
        </a:p>
      </dgm:t>
    </dgm:pt>
    <dgm:pt modelId="{C849CB6E-E735-4853-B53C-1D0ED6CC2424}" type="sibTrans" cxnId="{2958B6E2-D2A9-4B7F-9D94-12478D899B86}">
      <dgm:prSet/>
      <dgm:spPr/>
      <dgm:t>
        <a:bodyPr/>
        <a:lstStyle/>
        <a:p>
          <a:endParaRPr lang="en-US"/>
        </a:p>
      </dgm:t>
    </dgm:pt>
    <dgm:pt modelId="{F136BF80-7DB1-46B4-8CF3-8C3B86023399}">
      <dgm:prSet/>
      <dgm:spPr/>
      <dgm:t>
        <a:bodyPr/>
        <a:lstStyle/>
        <a:p>
          <a:r>
            <a:rPr lang="fr-FR"/>
            <a:t>Bloquer les guests a accéder au port SSH</a:t>
          </a:r>
          <a:endParaRPr lang="en-US"/>
        </a:p>
      </dgm:t>
    </dgm:pt>
    <dgm:pt modelId="{3AECB9BB-AE2B-4FEA-A4E9-DC6FC18FD0CE}" type="parTrans" cxnId="{24EC225E-9D74-4BF7-A5F8-6A1AA43A43E5}">
      <dgm:prSet/>
      <dgm:spPr/>
      <dgm:t>
        <a:bodyPr/>
        <a:lstStyle/>
        <a:p>
          <a:endParaRPr lang="en-US"/>
        </a:p>
      </dgm:t>
    </dgm:pt>
    <dgm:pt modelId="{7C4ADDB4-F718-4A33-B467-5CA3F43032EA}" type="sibTrans" cxnId="{24EC225E-9D74-4BF7-A5F8-6A1AA43A43E5}">
      <dgm:prSet/>
      <dgm:spPr/>
      <dgm:t>
        <a:bodyPr/>
        <a:lstStyle/>
        <a:p>
          <a:endParaRPr lang="en-US"/>
        </a:p>
      </dgm:t>
    </dgm:pt>
    <dgm:pt modelId="{91628949-62E5-425E-93F2-0D9E664F5E58}">
      <dgm:prSet/>
      <dgm:spPr/>
      <dgm:t>
        <a:bodyPr/>
        <a:lstStyle/>
        <a:p>
          <a:r>
            <a:rPr lang="fr-FR"/>
            <a:t>Sécuriser les communication des deux sites grâce a Protocole Ipsec</a:t>
          </a:r>
          <a:endParaRPr lang="en-US"/>
        </a:p>
      </dgm:t>
    </dgm:pt>
    <dgm:pt modelId="{B01F69D5-8727-47F4-BD4F-67FE8BFF5412}" type="parTrans" cxnId="{5D769732-8F1F-4EC2-A3D9-70CFC434CEC2}">
      <dgm:prSet/>
      <dgm:spPr/>
      <dgm:t>
        <a:bodyPr/>
        <a:lstStyle/>
        <a:p>
          <a:endParaRPr lang="en-US"/>
        </a:p>
      </dgm:t>
    </dgm:pt>
    <dgm:pt modelId="{CD6F9338-39CC-4ECA-A527-B91C9369AC43}" type="sibTrans" cxnId="{5D769732-8F1F-4EC2-A3D9-70CFC434CEC2}">
      <dgm:prSet/>
      <dgm:spPr/>
      <dgm:t>
        <a:bodyPr/>
        <a:lstStyle/>
        <a:p>
          <a:endParaRPr lang="en-US"/>
        </a:p>
      </dgm:t>
    </dgm:pt>
    <dgm:pt modelId="{9B13C2B1-EEBF-4284-AFF9-5353DDD36A59}">
      <dgm:prSet/>
      <dgm:spPr/>
      <dgm:t>
        <a:bodyPr/>
        <a:lstStyle/>
        <a:p>
          <a:r>
            <a:rPr lang="fr-FR"/>
            <a:t>Communication entre les deux sites grâce au gre</a:t>
          </a:r>
          <a:endParaRPr lang="en-US"/>
        </a:p>
      </dgm:t>
    </dgm:pt>
    <dgm:pt modelId="{30A37836-9AC0-40F0-A4C3-0200BBB803F9}" type="parTrans" cxnId="{E66F453D-DD86-4749-8D9B-3FE99C1AF34D}">
      <dgm:prSet/>
      <dgm:spPr/>
      <dgm:t>
        <a:bodyPr/>
        <a:lstStyle/>
        <a:p>
          <a:endParaRPr lang="en-US"/>
        </a:p>
      </dgm:t>
    </dgm:pt>
    <dgm:pt modelId="{8C5E8012-29C8-4B55-8B0E-924CCAACEFF3}" type="sibTrans" cxnId="{E66F453D-DD86-4749-8D9B-3FE99C1AF34D}">
      <dgm:prSet/>
      <dgm:spPr/>
      <dgm:t>
        <a:bodyPr/>
        <a:lstStyle/>
        <a:p>
          <a:endParaRPr lang="en-US"/>
        </a:p>
      </dgm:t>
    </dgm:pt>
    <dgm:pt modelId="{F2175EBA-FB92-467C-9601-C79F928FE9C3}">
      <dgm:prSet/>
      <dgm:spPr/>
      <dgm:t>
        <a:bodyPr/>
        <a:lstStyle/>
        <a:p>
          <a:r>
            <a:rPr lang="fr-FR"/>
            <a:t>Envoyer les fichiers config de chaque équipement infrormatique au TFTP</a:t>
          </a:r>
          <a:endParaRPr lang="en-US"/>
        </a:p>
      </dgm:t>
    </dgm:pt>
    <dgm:pt modelId="{6249A8BD-57BD-42BF-AFA1-D4F693FA8D8A}" type="parTrans" cxnId="{CAC0ED6F-9BB7-4D02-9B99-B9CF88B37467}">
      <dgm:prSet/>
      <dgm:spPr/>
      <dgm:t>
        <a:bodyPr/>
        <a:lstStyle/>
        <a:p>
          <a:endParaRPr lang="en-US"/>
        </a:p>
      </dgm:t>
    </dgm:pt>
    <dgm:pt modelId="{3A3E2A2E-4127-4F21-A767-FF10FC6FB2AE}" type="sibTrans" cxnId="{CAC0ED6F-9BB7-4D02-9B99-B9CF88B37467}">
      <dgm:prSet/>
      <dgm:spPr/>
      <dgm:t>
        <a:bodyPr/>
        <a:lstStyle/>
        <a:p>
          <a:endParaRPr lang="en-US"/>
        </a:p>
      </dgm:t>
    </dgm:pt>
    <dgm:pt modelId="{C401EAF9-893B-4CDC-BDE2-85B59C32A519}">
      <dgm:prSet/>
      <dgm:spPr/>
      <dgm:t>
        <a:bodyPr/>
        <a:lstStyle/>
        <a:p>
          <a:r>
            <a:rPr lang="fr-FR"/>
            <a:t>Accès a internet </a:t>
          </a:r>
          <a:endParaRPr lang="en-US"/>
        </a:p>
      </dgm:t>
    </dgm:pt>
    <dgm:pt modelId="{247C4C67-D13E-45BA-91D5-F4F7F50DB287}" type="parTrans" cxnId="{4BB3E991-591D-4A05-AA15-404B6C339C7E}">
      <dgm:prSet/>
      <dgm:spPr/>
      <dgm:t>
        <a:bodyPr/>
        <a:lstStyle/>
        <a:p>
          <a:endParaRPr lang="en-US"/>
        </a:p>
      </dgm:t>
    </dgm:pt>
    <dgm:pt modelId="{D61B03F0-7829-464B-BE2E-FD4798B53853}" type="sibTrans" cxnId="{4BB3E991-591D-4A05-AA15-404B6C339C7E}">
      <dgm:prSet/>
      <dgm:spPr/>
      <dgm:t>
        <a:bodyPr/>
        <a:lstStyle/>
        <a:p>
          <a:endParaRPr lang="en-US"/>
        </a:p>
      </dgm:t>
    </dgm:pt>
    <dgm:pt modelId="{83C3CD66-D384-4C5F-A635-4DFFB21957DA}" type="pres">
      <dgm:prSet presAssocID="{F7A257EA-D1DC-4363-8473-78160159A0D6}" presName="diagram" presStyleCnt="0">
        <dgm:presLayoutVars>
          <dgm:dir/>
          <dgm:resizeHandles val="exact"/>
        </dgm:presLayoutVars>
      </dgm:prSet>
      <dgm:spPr/>
    </dgm:pt>
    <dgm:pt modelId="{3474B189-72DD-4036-8E2F-4F7CC527DA28}" type="pres">
      <dgm:prSet presAssocID="{06FFEF11-7ED4-48B4-AE19-C67641161490}" presName="node" presStyleLbl="node1" presStyleIdx="0" presStyleCnt="8">
        <dgm:presLayoutVars>
          <dgm:bulletEnabled val="1"/>
        </dgm:presLayoutVars>
      </dgm:prSet>
      <dgm:spPr/>
    </dgm:pt>
    <dgm:pt modelId="{D6A34275-CD55-4609-9A8B-D9B5F0F97259}" type="pres">
      <dgm:prSet presAssocID="{507F4CE5-6E04-4A7B-A072-8D0168FEC4BE}" presName="sibTrans" presStyleCnt="0"/>
      <dgm:spPr/>
    </dgm:pt>
    <dgm:pt modelId="{1587EF1D-8511-4A92-97B4-799FE84FF9D9}" type="pres">
      <dgm:prSet presAssocID="{82AF499E-4F83-4B44-BAF1-836E6E6F2149}" presName="node" presStyleLbl="node1" presStyleIdx="1" presStyleCnt="8">
        <dgm:presLayoutVars>
          <dgm:bulletEnabled val="1"/>
        </dgm:presLayoutVars>
      </dgm:prSet>
      <dgm:spPr/>
    </dgm:pt>
    <dgm:pt modelId="{A21C7393-14E3-4BFD-99C5-05741ACEF29C}" type="pres">
      <dgm:prSet presAssocID="{FA723340-154F-49D1-B60A-4CF45B664719}" presName="sibTrans" presStyleCnt="0"/>
      <dgm:spPr/>
    </dgm:pt>
    <dgm:pt modelId="{9906B57E-C79D-4C5C-96EF-D24D1761ACB3}" type="pres">
      <dgm:prSet presAssocID="{86C20CCB-09C8-4DE1-BF7E-35BFD9E23C6E}" presName="node" presStyleLbl="node1" presStyleIdx="2" presStyleCnt="8">
        <dgm:presLayoutVars>
          <dgm:bulletEnabled val="1"/>
        </dgm:presLayoutVars>
      </dgm:prSet>
      <dgm:spPr/>
    </dgm:pt>
    <dgm:pt modelId="{3EF34CDD-7772-42FA-A655-A74F5FDE3A40}" type="pres">
      <dgm:prSet presAssocID="{C849CB6E-E735-4853-B53C-1D0ED6CC2424}" presName="sibTrans" presStyleCnt="0"/>
      <dgm:spPr/>
    </dgm:pt>
    <dgm:pt modelId="{3855951B-5067-4F2E-AF46-5056BA082BD2}" type="pres">
      <dgm:prSet presAssocID="{F136BF80-7DB1-46B4-8CF3-8C3B86023399}" presName="node" presStyleLbl="node1" presStyleIdx="3" presStyleCnt="8">
        <dgm:presLayoutVars>
          <dgm:bulletEnabled val="1"/>
        </dgm:presLayoutVars>
      </dgm:prSet>
      <dgm:spPr/>
    </dgm:pt>
    <dgm:pt modelId="{E40DB665-92E1-4F36-9B32-E707BF203D2F}" type="pres">
      <dgm:prSet presAssocID="{7C4ADDB4-F718-4A33-B467-5CA3F43032EA}" presName="sibTrans" presStyleCnt="0"/>
      <dgm:spPr/>
    </dgm:pt>
    <dgm:pt modelId="{66890BF7-7115-4AC5-A716-17B8E9521778}" type="pres">
      <dgm:prSet presAssocID="{91628949-62E5-425E-93F2-0D9E664F5E58}" presName="node" presStyleLbl="node1" presStyleIdx="4" presStyleCnt="8">
        <dgm:presLayoutVars>
          <dgm:bulletEnabled val="1"/>
        </dgm:presLayoutVars>
      </dgm:prSet>
      <dgm:spPr/>
    </dgm:pt>
    <dgm:pt modelId="{AC48E864-E972-41E2-8700-ACDD14F7A562}" type="pres">
      <dgm:prSet presAssocID="{CD6F9338-39CC-4ECA-A527-B91C9369AC43}" presName="sibTrans" presStyleCnt="0"/>
      <dgm:spPr/>
    </dgm:pt>
    <dgm:pt modelId="{F27A19EB-6DC8-4820-AFD2-EEF5DCF2B19C}" type="pres">
      <dgm:prSet presAssocID="{9B13C2B1-EEBF-4284-AFF9-5353DDD36A59}" presName="node" presStyleLbl="node1" presStyleIdx="5" presStyleCnt="8">
        <dgm:presLayoutVars>
          <dgm:bulletEnabled val="1"/>
        </dgm:presLayoutVars>
      </dgm:prSet>
      <dgm:spPr/>
    </dgm:pt>
    <dgm:pt modelId="{2CFA0FC0-8236-4F2C-890C-8123D8347BC4}" type="pres">
      <dgm:prSet presAssocID="{8C5E8012-29C8-4B55-8B0E-924CCAACEFF3}" presName="sibTrans" presStyleCnt="0"/>
      <dgm:spPr/>
    </dgm:pt>
    <dgm:pt modelId="{8B16438A-CB63-42B7-95C5-AABBDC5DECC4}" type="pres">
      <dgm:prSet presAssocID="{F2175EBA-FB92-467C-9601-C79F928FE9C3}" presName="node" presStyleLbl="node1" presStyleIdx="6" presStyleCnt="8">
        <dgm:presLayoutVars>
          <dgm:bulletEnabled val="1"/>
        </dgm:presLayoutVars>
      </dgm:prSet>
      <dgm:spPr/>
    </dgm:pt>
    <dgm:pt modelId="{283CCC5E-48E6-4BAC-861B-B31412343DDB}" type="pres">
      <dgm:prSet presAssocID="{3A3E2A2E-4127-4F21-A767-FF10FC6FB2AE}" presName="sibTrans" presStyleCnt="0"/>
      <dgm:spPr/>
    </dgm:pt>
    <dgm:pt modelId="{CD5FDD2F-8A61-462B-8074-96DB333CF7A7}" type="pres">
      <dgm:prSet presAssocID="{C401EAF9-893B-4CDC-BDE2-85B59C32A519}" presName="node" presStyleLbl="node1" presStyleIdx="7" presStyleCnt="8">
        <dgm:presLayoutVars>
          <dgm:bulletEnabled val="1"/>
        </dgm:presLayoutVars>
      </dgm:prSet>
      <dgm:spPr/>
    </dgm:pt>
  </dgm:ptLst>
  <dgm:cxnLst>
    <dgm:cxn modelId="{97EBFE00-C89F-417A-9977-84534EF8EF2B}" type="presOf" srcId="{82AF499E-4F83-4B44-BAF1-836E6E6F2149}" destId="{1587EF1D-8511-4A92-97B4-799FE84FF9D9}" srcOrd="0" destOrd="0" presId="urn:microsoft.com/office/officeart/2005/8/layout/default"/>
    <dgm:cxn modelId="{6F2B5207-40B8-43E5-AEEE-9A8DCBE2900E}" type="presOf" srcId="{C401EAF9-893B-4CDC-BDE2-85B59C32A519}" destId="{CD5FDD2F-8A61-462B-8074-96DB333CF7A7}" srcOrd="0" destOrd="0" presId="urn:microsoft.com/office/officeart/2005/8/layout/default"/>
    <dgm:cxn modelId="{92EC6E11-1E9B-45D1-9736-9B715587B955}" type="presOf" srcId="{F2175EBA-FB92-467C-9601-C79F928FE9C3}" destId="{8B16438A-CB63-42B7-95C5-AABBDC5DECC4}" srcOrd="0" destOrd="0" presId="urn:microsoft.com/office/officeart/2005/8/layout/default"/>
    <dgm:cxn modelId="{195BCE12-BE26-4A5F-8D00-8A5DAE146F9C}" type="presOf" srcId="{91628949-62E5-425E-93F2-0D9E664F5E58}" destId="{66890BF7-7115-4AC5-A716-17B8E9521778}" srcOrd="0" destOrd="0" presId="urn:microsoft.com/office/officeart/2005/8/layout/default"/>
    <dgm:cxn modelId="{5D769732-8F1F-4EC2-A3D9-70CFC434CEC2}" srcId="{F7A257EA-D1DC-4363-8473-78160159A0D6}" destId="{91628949-62E5-425E-93F2-0D9E664F5E58}" srcOrd="4" destOrd="0" parTransId="{B01F69D5-8727-47F4-BD4F-67FE8BFF5412}" sibTransId="{CD6F9338-39CC-4ECA-A527-B91C9369AC43}"/>
    <dgm:cxn modelId="{E66F453D-DD86-4749-8D9B-3FE99C1AF34D}" srcId="{F7A257EA-D1DC-4363-8473-78160159A0D6}" destId="{9B13C2B1-EEBF-4284-AFF9-5353DDD36A59}" srcOrd="5" destOrd="0" parTransId="{30A37836-9AC0-40F0-A4C3-0200BBB803F9}" sibTransId="{8C5E8012-29C8-4B55-8B0E-924CCAACEFF3}"/>
    <dgm:cxn modelId="{24EC225E-9D74-4BF7-A5F8-6A1AA43A43E5}" srcId="{F7A257EA-D1DC-4363-8473-78160159A0D6}" destId="{F136BF80-7DB1-46B4-8CF3-8C3B86023399}" srcOrd="3" destOrd="0" parTransId="{3AECB9BB-AE2B-4FEA-A4E9-DC6FC18FD0CE}" sibTransId="{7C4ADDB4-F718-4A33-B467-5CA3F43032EA}"/>
    <dgm:cxn modelId="{17CC026B-5E76-4048-99AB-F0F4A8489010}" type="presOf" srcId="{9B13C2B1-EEBF-4284-AFF9-5353DDD36A59}" destId="{F27A19EB-6DC8-4820-AFD2-EEF5DCF2B19C}" srcOrd="0" destOrd="0" presId="urn:microsoft.com/office/officeart/2005/8/layout/default"/>
    <dgm:cxn modelId="{CAC0ED6F-9BB7-4D02-9B99-B9CF88B37467}" srcId="{F7A257EA-D1DC-4363-8473-78160159A0D6}" destId="{F2175EBA-FB92-467C-9601-C79F928FE9C3}" srcOrd="6" destOrd="0" parTransId="{6249A8BD-57BD-42BF-AFA1-D4F693FA8D8A}" sibTransId="{3A3E2A2E-4127-4F21-A767-FF10FC6FB2AE}"/>
    <dgm:cxn modelId="{2680967E-1CA7-466B-8790-235E0C6C264C}" type="presOf" srcId="{F136BF80-7DB1-46B4-8CF3-8C3B86023399}" destId="{3855951B-5067-4F2E-AF46-5056BA082BD2}" srcOrd="0" destOrd="0" presId="urn:microsoft.com/office/officeart/2005/8/layout/default"/>
    <dgm:cxn modelId="{04549A8F-9E1B-4A11-BBEA-AAD101F8B7B4}" type="presOf" srcId="{86C20CCB-09C8-4DE1-BF7E-35BFD9E23C6E}" destId="{9906B57E-C79D-4C5C-96EF-D24D1761ACB3}" srcOrd="0" destOrd="0" presId="urn:microsoft.com/office/officeart/2005/8/layout/default"/>
    <dgm:cxn modelId="{4BB3E991-591D-4A05-AA15-404B6C339C7E}" srcId="{F7A257EA-D1DC-4363-8473-78160159A0D6}" destId="{C401EAF9-893B-4CDC-BDE2-85B59C32A519}" srcOrd="7" destOrd="0" parTransId="{247C4C67-D13E-45BA-91D5-F4F7F50DB287}" sibTransId="{D61B03F0-7829-464B-BE2E-FD4798B53853}"/>
    <dgm:cxn modelId="{79A19493-3D37-4609-AD2F-041E076A7F13}" srcId="{F7A257EA-D1DC-4363-8473-78160159A0D6}" destId="{82AF499E-4F83-4B44-BAF1-836E6E6F2149}" srcOrd="1" destOrd="0" parTransId="{1ACDF200-2C52-428C-A5B5-BE4F6EA3308E}" sibTransId="{FA723340-154F-49D1-B60A-4CF45B664719}"/>
    <dgm:cxn modelId="{4BC47BBF-8DA0-4DA3-BBA3-C4768F9A0948}" type="presOf" srcId="{F7A257EA-D1DC-4363-8473-78160159A0D6}" destId="{83C3CD66-D384-4C5F-A635-4DFFB21957DA}" srcOrd="0" destOrd="0" presId="urn:microsoft.com/office/officeart/2005/8/layout/default"/>
    <dgm:cxn modelId="{F8535CDD-ECDF-458E-98CA-33FF17A247A2}" srcId="{F7A257EA-D1DC-4363-8473-78160159A0D6}" destId="{06FFEF11-7ED4-48B4-AE19-C67641161490}" srcOrd="0" destOrd="0" parTransId="{03C33937-562D-420C-9A0F-D409768A9261}" sibTransId="{507F4CE5-6E04-4A7B-A072-8D0168FEC4BE}"/>
    <dgm:cxn modelId="{2958B6E2-D2A9-4B7F-9D94-12478D899B86}" srcId="{F7A257EA-D1DC-4363-8473-78160159A0D6}" destId="{86C20CCB-09C8-4DE1-BF7E-35BFD9E23C6E}" srcOrd="2" destOrd="0" parTransId="{E07C1392-1917-4ED2-8A45-6F7AAA6D8336}" sibTransId="{C849CB6E-E735-4853-B53C-1D0ED6CC2424}"/>
    <dgm:cxn modelId="{398443F6-9B98-4490-8B36-99D671C6D190}" type="presOf" srcId="{06FFEF11-7ED4-48B4-AE19-C67641161490}" destId="{3474B189-72DD-4036-8E2F-4F7CC527DA28}" srcOrd="0" destOrd="0" presId="urn:microsoft.com/office/officeart/2005/8/layout/default"/>
    <dgm:cxn modelId="{5E9AA16C-FF9F-4FB2-96AC-32D652E7D93D}" type="presParOf" srcId="{83C3CD66-D384-4C5F-A635-4DFFB21957DA}" destId="{3474B189-72DD-4036-8E2F-4F7CC527DA28}" srcOrd="0" destOrd="0" presId="urn:microsoft.com/office/officeart/2005/8/layout/default"/>
    <dgm:cxn modelId="{84EE5724-6ACB-47D8-A720-6DBF17E2ED87}" type="presParOf" srcId="{83C3CD66-D384-4C5F-A635-4DFFB21957DA}" destId="{D6A34275-CD55-4609-9A8B-D9B5F0F97259}" srcOrd="1" destOrd="0" presId="urn:microsoft.com/office/officeart/2005/8/layout/default"/>
    <dgm:cxn modelId="{3248E665-4C8C-446D-9DCE-D3FD5ED145B0}" type="presParOf" srcId="{83C3CD66-D384-4C5F-A635-4DFFB21957DA}" destId="{1587EF1D-8511-4A92-97B4-799FE84FF9D9}" srcOrd="2" destOrd="0" presId="urn:microsoft.com/office/officeart/2005/8/layout/default"/>
    <dgm:cxn modelId="{E8925AAF-754B-4DAB-9F42-7B6E1334825B}" type="presParOf" srcId="{83C3CD66-D384-4C5F-A635-4DFFB21957DA}" destId="{A21C7393-14E3-4BFD-99C5-05741ACEF29C}" srcOrd="3" destOrd="0" presId="urn:microsoft.com/office/officeart/2005/8/layout/default"/>
    <dgm:cxn modelId="{759CC155-6156-44C3-AF57-7DB4FFF0EB71}" type="presParOf" srcId="{83C3CD66-D384-4C5F-A635-4DFFB21957DA}" destId="{9906B57E-C79D-4C5C-96EF-D24D1761ACB3}" srcOrd="4" destOrd="0" presId="urn:microsoft.com/office/officeart/2005/8/layout/default"/>
    <dgm:cxn modelId="{853A6CB2-05A8-435A-9912-573C7662CC12}" type="presParOf" srcId="{83C3CD66-D384-4C5F-A635-4DFFB21957DA}" destId="{3EF34CDD-7772-42FA-A655-A74F5FDE3A40}" srcOrd="5" destOrd="0" presId="urn:microsoft.com/office/officeart/2005/8/layout/default"/>
    <dgm:cxn modelId="{01AA9C62-AF84-45F9-9402-A75BF051AF1D}" type="presParOf" srcId="{83C3CD66-D384-4C5F-A635-4DFFB21957DA}" destId="{3855951B-5067-4F2E-AF46-5056BA082BD2}" srcOrd="6" destOrd="0" presId="urn:microsoft.com/office/officeart/2005/8/layout/default"/>
    <dgm:cxn modelId="{D45FAB59-3CA1-4370-89AF-26A36EE37285}" type="presParOf" srcId="{83C3CD66-D384-4C5F-A635-4DFFB21957DA}" destId="{E40DB665-92E1-4F36-9B32-E707BF203D2F}" srcOrd="7" destOrd="0" presId="urn:microsoft.com/office/officeart/2005/8/layout/default"/>
    <dgm:cxn modelId="{E92D47C9-CA03-43E0-9B48-9D99FC3671A4}" type="presParOf" srcId="{83C3CD66-D384-4C5F-A635-4DFFB21957DA}" destId="{66890BF7-7115-4AC5-A716-17B8E9521778}" srcOrd="8" destOrd="0" presId="urn:microsoft.com/office/officeart/2005/8/layout/default"/>
    <dgm:cxn modelId="{17ADE65B-3F5B-416C-B3F4-E87BC3B0A061}" type="presParOf" srcId="{83C3CD66-D384-4C5F-A635-4DFFB21957DA}" destId="{AC48E864-E972-41E2-8700-ACDD14F7A562}" srcOrd="9" destOrd="0" presId="urn:microsoft.com/office/officeart/2005/8/layout/default"/>
    <dgm:cxn modelId="{BB706239-4EA2-4453-98A0-CAFB04139A92}" type="presParOf" srcId="{83C3CD66-D384-4C5F-A635-4DFFB21957DA}" destId="{F27A19EB-6DC8-4820-AFD2-EEF5DCF2B19C}" srcOrd="10" destOrd="0" presId="urn:microsoft.com/office/officeart/2005/8/layout/default"/>
    <dgm:cxn modelId="{80F0EC53-E37D-4DC4-8E5B-DA5334209D7B}" type="presParOf" srcId="{83C3CD66-D384-4C5F-A635-4DFFB21957DA}" destId="{2CFA0FC0-8236-4F2C-890C-8123D8347BC4}" srcOrd="11" destOrd="0" presId="urn:microsoft.com/office/officeart/2005/8/layout/default"/>
    <dgm:cxn modelId="{02A2421F-A6BC-40C0-AB7B-3977861497DF}" type="presParOf" srcId="{83C3CD66-D384-4C5F-A635-4DFFB21957DA}" destId="{8B16438A-CB63-42B7-95C5-AABBDC5DECC4}" srcOrd="12" destOrd="0" presId="urn:microsoft.com/office/officeart/2005/8/layout/default"/>
    <dgm:cxn modelId="{74ABC710-26D9-4875-96E8-5CB2E7368D0C}" type="presParOf" srcId="{83C3CD66-D384-4C5F-A635-4DFFB21957DA}" destId="{283CCC5E-48E6-4BAC-861B-B31412343DDB}" srcOrd="13" destOrd="0" presId="urn:microsoft.com/office/officeart/2005/8/layout/default"/>
    <dgm:cxn modelId="{33E85B59-7E09-48E4-B112-9B7C79727CF4}" type="presParOf" srcId="{83C3CD66-D384-4C5F-A635-4DFFB21957DA}" destId="{CD5FDD2F-8A61-462B-8074-96DB333CF7A7}"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7A1ED1-6329-4B07-A2B2-0AFE60B09ED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3F61B51-7593-49FD-932F-846C034FC481}">
      <dgm:prSet/>
      <dgm:spPr/>
      <dgm:t>
        <a:bodyPr/>
        <a:lstStyle/>
        <a:p>
          <a:r>
            <a:rPr lang="fr-MA"/>
            <a:t>Dans ce projet , pour chaque site il y’a 4 vlans qui sont </a:t>
          </a:r>
          <a:endParaRPr lang="en-US"/>
        </a:p>
      </dgm:t>
    </dgm:pt>
    <dgm:pt modelId="{047A63DE-C171-4D06-98BF-A4EFE1F50E84}" type="parTrans" cxnId="{1E4CB9C8-9075-4F77-BB31-CCF88110C5D6}">
      <dgm:prSet/>
      <dgm:spPr/>
      <dgm:t>
        <a:bodyPr/>
        <a:lstStyle/>
        <a:p>
          <a:endParaRPr lang="en-US"/>
        </a:p>
      </dgm:t>
    </dgm:pt>
    <dgm:pt modelId="{2EFF70D8-17FB-4D41-B993-79BF19EC424D}" type="sibTrans" cxnId="{1E4CB9C8-9075-4F77-BB31-CCF88110C5D6}">
      <dgm:prSet/>
      <dgm:spPr/>
      <dgm:t>
        <a:bodyPr/>
        <a:lstStyle/>
        <a:p>
          <a:endParaRPr lang="en-US"/>
        </a:p>
      </dgm:t>
    </dgm:pt>
    <dgm:pt modelId="{9FA77B36-2A78-4869-834D-E4E58429DAF8}">
      <dgm:prSet/>
      <dgm:spPr/>
      <dgm:t>
        <a:bodyPr/>
        <a:lstStyle/>
        <a:p>
          <a:r>
            <a:rPr lang="fr-MA"/>
            <a:t>Site 1 : Vlan40 (admins 192.168.40.0/24) est disponible que pour les equipement qui doivent être dans un réseau plus sécurisé pour éviter les accès non autoriser , il doivent être  isolé du reste .</a:t>
          </a:r>
          <a:endParaRPr lang="en-US"/>
        </a:p>
      </dgm:t>
    </dgm:pt>
    <dgm:pt modelId="{CDF5B74B-7B58-46B6-A6AB-C00F7C3373AE}" type="parTrans" cxnId="{295421BA-9666-441B-83F2-755EBA8B2CCB}">
      <dgm:prSet/>
      <dgm:spPr/>
      <dgm:t>
        <a:bodyPr/>
        <a:lstStyle/>
        <a:p>
          <a:endParaRPr lang="en-US"/>
        </a:p>
      </dgm:t>
    </dgm:pt>
    <dgm:pt modelId="{0EFD36E2-6D76-4026-AE2D-FF29515DE737}" type="sibTrans" cxnId="{295421BA-9666-441B-83F2-755EBA8B2CCB}">
      <dgm:prSet/>
      <dgm:spPr/>
      <dgm:t>
        <a:bodyPr/>
        <a:lstStyle/>
        <a:p>
          <a:endParaRPr lang="en-US"/>
        </a:p>
      </dgm:t>
    </dgm:pt>
    <dgm:pt modelId="{EA24C0AD-A9DE-4C9D-82E8-15BEA592E2CD}">
      <dgm:prSet/>
      <dgm:spPr/>
      <dgm:t>
        <a:bodyPr/>
        <a:lstStyle/>
        <a:p>
          <a:r>
            <a:rPr lang="fr-MA"/>
            <a:t>Vlan 50 (Workers /pc fixe 192.168.50.0/24) ce vlan est assigné au employés .</a:t>
          </a:r>
          <a:endParaRPr lang="en-US"/>
        </a:p>
      </dgm:t>
    </dgm:pt>
    <dgm:pt modelId="{CAC7C300-8932-4E65-92C9-690596E075A4}" type="parTrans" cxnId="{2D03AECA-B81E-43D8-8406-767B5F012366}">
      <dgm:prSet/>
      <dgm:spPr/>
      <dgm:t>
        <a:bodyPr/>
        <a:lstStyle/>
        <a:p>
          <a:endParaRPr lang="en-US"/>
        </a:p>
      </dgm:t>
    </dgm:pt>
    <dgm:pt modelId="{CDB5A1DA-765B-4F1A-AAB6-CCA6680048B6}" type="sibTrans" cxnId="{2D03AECA-B81E-43D8-8406-767B5F012366}">
      <dgm:prSet/>
      <dgm:spPr/>
      <dgm:t>
        <a:bodyPr/>
        <a:lstStyle/>
        <a:p>
          <a:endParaRPr lang="en-US"/>
        </a:p>
      </dgm:t>
    </dgm:pt>
    <dgm:pt modelId="{BBF6464F-4EE0-4827-848C-B2ECF5F7DC58}">
      <dgm:prSet/>
      <dgm:spPr/>
      <dgm:t>
        <a:bodyPr/>
        <a:lstStyle/>
        <a:p>
          <a:r>
            <a:rPr lang="fr-MA"/>
            <a:t>Vlan 60 (Guests/192.168.60.0/24) Avec sécurité WPA2-PSK ce réseau est réservé au visiteur . (non autorisé au port ssh 22)</a:t>
          </a:r>
          <a:endParaRPr lang="en-US"/>
        </a:p>
      </dgm:t>
    </dgm:pt>
    <dgm:pt modelId="{2A36EAD2-319D-4AE8-ABE2-0C559AE27163}" type="parTrans" cxnId="{3C4AE115-4F72-44AB-81FE-9976EE3C6EF0}">
      <dgm:prSet/>
      <dgm:spPr/>
      <dgm:t>
        <a:bodyPr/>
        <a:lstStyle/>
        <a:p>
          <a:endParaRPr lang="en-US"/>
        </a:p>
      </dgm:t>
    </dgm:pt>
    <dgm:pt modelId="{5F16D2B5-AC7C-4690-9483-B6E12B2D1771}" type="sibTrans" cxnId="{3C4AE115-4F72-44AB-81FE-9976EE3C6EF0}">
      <dgm:prSet/>
      <dgm:spPr/>
      <dgm:t>
        <a:bodyPr/>
        <a:lstStyle/>
        <a:p>
          <a:endParaRPr lang="en-US"/>
        </a:p>
      </dgm:t>
    </dgm:pt>
    <dgm:pt modelId="{671A6D9A-D21D-4B26-A4E2-5F2D7D862AA2}">
      <dgm:prSet/>
      <dgm:spPr/>
      <dgm:t>
        <a:bodyPr/>
        <a:lstStyle/>
        <a:p>
          <a:r>
            <a:rPr lang="fr-MA"/>
            <a:t>Vlan 70 (wireless-worker : 192.168.70.0/24) avec sécurité AAA , ce réseau pour les employé qui veulent travailler avec leur wireless </a:t>
          </a:r>
          <a:endParaRPr lang="en-US"/>
        </a:p>
      </dgm:t>
    </dgm:pt>
    <dgm:pt modelId="{77E1E0C5-FF71-4DC8-AD37-13D3EC42A252}" type="parTrans" cxnId="{0C241200-E727-45AD-9001-FB0C896EC3CC}">
      <dgm:prSet/>
      <dgm:spPr/>
      <dgm:t>
        <a:bodyPr/>
        <a:lstStyle/>
        <a:p>
          <a:endParaRPr lang="en-US"/>
        </a:p>
      </dgm:t>
    </dgm:pt>
    <dgm:pt modelId="{366A046A-F653-49EC-8811-073010D18CAE}" type="sibTrans" cxnId="{0C241200-E727-45AD-9001-FB0C896EC3CC}">
      <dgm:prSet/>
      <dgm:spPr/>
      <dgm:t>
        <a:bodyPr/>
        <a:lstStyle/>
        <a:p>
          <a:endParaRPr lang="en-US"/>
        </a:p>
      </dgm:t>
    </dgm:pt>
    <dgm:pt modelId="{F9ACF99B-C088-45EA-8DA1-2589D13F3F03}">
      <dgm:prSet/>
      <dgm:spPr/>
      <dgm:t>
        <a:bodyPr/>
        <a:lstStyle/>
        <a:p>
          <a:r>
            <a:rPr lang="fr-MA"/>
            <a:t>Vlan 144 ( Voice:192.168.144.0/24) ce vlan est resérvé au VOIP IP phones .</a:t>
          </a:r>
          <a:endParaRPr lang="en-US"/>
        </a:p>
      </dgm:t>
    </dgm:pt>
    <dgm:pt modelId="{8A0361AD-863A-489F-9DFC-AA7540900D04}" type="parTrans" cxnId="{B02D80E8-D514-40CB-AEEB-4D9F3A31B0A5}">
      <dgm:prSet/>
      <dgm:spPr/>
      <dgm:t>
        <a:bodyPr/>
        <a:lstStyle/>
        <a:p>
          <a:endParaRPr lang="en-US"/>
        </a:p>
      </dgm:t>
    </dgm:pt>
    <dgm:pt modelId="{4B8DBC29-4C23-4F82-A028-17F48A2AE090}" type="sibTrans" cxnId="{B02D80E8-D514-40CB-AEEB-4D9F3A31B0A5}">
      <dgm:prSet/>
      <dgm:spPr/>
      <dgm:t>
        <a:bodyPr/>
        <a:lstStyle/>
        <a:p>
          <a:endParaRPr lang="en-US"/>
        </a:p>
      </dgm:t>
    </dgm:pt>
    <dgm:pt modelId="{C1035EAD-8E8A-41CD-85D8-A6DA1F7F0B5B}" type="pres">
      <dgm:prSet presAssocID="{9E7A1ED1-6329-4B07-A2B2-0AFE60B09ED5}" presName="linear" presStyleCnt="0">
        <dgm:presLayoutVars>
          <dgm:animLvl val="lvl"/>
          <dgm:resizeHandles val="exact"/>
        </dgm:presLayoutVars>
      </dgm:prSet>
      <dgm:spPr/>
    </dgm:pt>
    <dgm:pt modelId="{1AF17CB1-B0C3-4C6D-A27E-9755105E7992}" type="pres">
      <dgm:prSet presAssocID="{13F61B51-7593-49FD-932F-846C034FC481}" presName="parentText" presStyleLbl="node1" presStyleIdx="0" presStyleCnt="6">
        <dgm:presLayoutVars>
          <dgm:chMax val="0"/>
          <dgm:bulletEnabled val="1"/>
        </dgm:presLayoutVars>
      </dgm:prSet>
      <dgm:spPr/>
    </dgm:pt>
    <dgm:pt modelId="{FE63E402-E7C1-4E38-8022-07D421499C07}" type="pres">
      <dgm:prSet presAssocID="{2EFF70D8-17FB-4D41-B993-79BF19EC424D}" presName="spacer" presStyleCnt="0"/>
      <dgm:spPr/>
    </dgm:pt>
    <dgm:pt modelId="{8F73D8B6-4B78-42B0-8133-487B6FC92C0F}" type="pres">
      <dgm:prSet presAssocID="{9FA77B36-2A78-4869-834D-E4E58429DAF8}" presName="parentText" presStyleLbl="node1" presStyleIdx="1" presStyleCnt="6">
        <dgm:presLayoutVars>
          <dgm:chMax val="0"/>
          <dgm:bulletEnabled val="1"/>
        </dgm:presLayoutVars>
      </dgm:prSet>
      <dgm:spPr/>
    </dgm:pt>
    <dgm:pt modelId="{D70335FB-031A-4E49-8C89-815D284E1D11}" type="pres">
      <dgm:prSet presAssocID="{0EFD36E2-6D76-4026-AE2D-FF29515DE737}" presName="spacer" presStyleCnt="0"/>
      <dgm:spPr/>
    </dgm:pt>
    <dgm:pt modelId="{CA2D8DF8-6276-4358-A04D-D47BA372D239}" type="pres">
      <dgm:prSet presAssocID="{EA24C0AD-A9DE-4C9D-82E8-15BEA592E2CD}" presName="parentText" presStyleLbl="node1" presStyleIdx="2" presStyleCnt="6">
        <dgm:presLayoutVars>
          <dgm:chMax val="0"/>
          <dgm:bulletEnabled val="1"/>
        </dgm:presLayoutVars>
      </dgm:prSet>
      <dgm:spPr/>
    </dgm:pt>
    <dgm:pt modelId="{5E1F4CC6-4BC6-4963-B109-B605D7522260}" type="pres">
      <dgm:prSet presAssocID="{CDB5A1DA-765B-4F1A-AAB6-CCA6680048B6}" presName="spacer" presStyleCnt="0"/>
      <dgm:spPr/>
    </dgm:pt>
    <dgm:pt modelId="{466796F0-7534-4098-A041-C29528788649}" type="pres">
      <dgm:prSet presAssocID="{BBF6464F-4EE0-4827-848C-B2ECF5F7DC58}" presName="parentText" presStyleLbl="node1" presStyleIdx="3" presStyleCnt="6">
        <dgm:presLayoutVars>
          <dgm:chMax val="0"/>
          <dgm:bulletEnabled val="1"/>
        </dgm:presLayoutVars>
      </dgm:prSet>
      <dgm:spPr/>
    </dgm:pt>
    <dgm:pt modelId="{D4C25BB0-0D6F-41AD-B74E-7085C1187D31}" type="pres">
      <dgm:prSet presAssocID="{5F16D2B5-AC7C-4690-9483-B6E12B2D1771}" presName="spacer" presStyleCnt="0"/>
      <dgm:spPr/>
    </dgm:pt>
    <dgm:pt modelId="{B20DA436-191D-413B-B2E1-560019306FD3}" type="pres">
      <dgm:prSet presAssocID="{671A6D9A-D21D-4B26-A4E2-5F2D7D862AA2}" presName="parentText" presStyleLbl="node1" presStyleIdx="4" presStyleCnt="6">
        <dgm:presLayoutVars>
          <dgm:chMax val="0"/>
          <dgm:bulletEnabled val="1"/>
        </dgm:presLayoutVars>
      </dgm:prSet>
      <dgm:spPr/>
    </dgm:pt>
    <dgm:pt modelId="{0227CEFB-62FC-489D-B4F2-8E4AC873990C}" type="pres">
      <dgm:prSet presAssocID="{366A046A-F653-49EC-8811-073010D18CAE}" presName="spacer" presStyleCnt="0"/>
      <dgm:spPr/>
    </dgm:pt>
    <dgm:pt modelId="{F350F0F5-3753-441E-90BA-2BCD56585067}" type="pres">
      <dgm:prSet presAssocID="{F9ACF99B-C088-45EA-8DA1-2589D13F3F03}" presName="parentText" presStyleLbl="node1" presStyleIdx="5" presStyleCnt="6">
        <dgm:presLayoutVars>
          <dgm:chMax val="0"/>
          <dgm:bulletEnabled val="1"/>
        </dgm:presLayoutVars>
      </dgm:prSet>
      <dgm:spPr/>
    </dgm:pt>
  </dgm:ptLst>
  <dgm:cxnLst>
    <dgm:cxn modelId="{0C241200-E727-45AD-9001-FB0C896EC3CC}" srcId="{9E7A1ED1-6329-4B07-A2B2-0AFE60B09ED5}" destId="{671A6D9A-D21D-4B26-A4E2-5F2D7D862AA2}" srcOrd="4" destOrd="0" parTransId="{77E1E0C5-FF71-4DC8-AD37-13D3EC42A252}" sibTransId="{366A046A-F653-49EC-8811-073010D18CAE}"/>
    <dgm:cxn modelId="{3C4AE115-4F72-44AB-81FE-9976EE3C6EF0}" srcId="{9E7A1ED1-6329-4B07-A2B2-0AFE60B09ED5}" destId="{BBF6464F-4EE0-4827-848C-B2ECF5F7DC58}" srcOrd="3" destOrd="0" parTransId="{2A36EAD2-319D-4AE8-ABE2-0C559AE27163}" sibTransId="{5F16D2B5-AC7C-4690-9483-B6E12B2D1771}"/>
    <dgm:cxn modelId="{2FAEC25E-4C69-4E82-AEFA-24D54931CE0B}" type="presOf" srcId="{BBF6464F-4EE0-4827-848C-B2ECF5F7DC58}" destId="{466796F0-7534-4098-A041-C29528788649}" srcOrd="0" destOrd="0" presId="urn:microsoft.com/office/officeart/2005/8/layout/vList2"/>
    <dgm:cxn modelId="{94B1695F-2757-4306-A1CB-9A888F04D111}" type="presOf" srcId="{EA24C0AD-A9DE-4C9D-82E8-15BEA592E2CD}" destId="{CA2D8DF8-6276-4358-A04D-D47BA372D239}" srcOrd="0" destOrd="0" presId="urn:microsoft.com/office/officeart/2005/8/layout/vList2"/>
    <dgm:cxn modelId="{0E6B1062-53B5-427C-BB1C-A38FE33DF867}" type="presOf" srcId="{13F61B51-7593-49FD-932F-846C034FC481}" destId="{1AF17CB1-B0C3-4C6D-A27E-9755105E7992}" srcOrd="0" destOrd="0" presId="urn:microsoft.com/office/officeart/2005/8/layout/vList2"/>
    <dgm:cxn modelId="{E4F029B0-B460-45E1-81AE-4606B12A1B3A}" type="presOf" srcId="{9FA77B36-2A78-4869-834D-E4E58429DAF8}" destId="{8F73D8B6-4B78-42B0-8133-487B6FC92C0F}" srcOrd="0" destOrd="0" presId="urn:microsoft.com/office/officeart/2005/8/layout/vList2"/>
    <dgm:cxn modelId="{295421BA-9666-441B-83F2-755EBA8B2CCB}" srcId="{9E7A1ED1-6329-4B07-A2B2-0AFE60B09ED5}" destId="{9FA77B36-2A78-4869-834D-E4E58429DAF8}" srcOrd="1" destOrd="0" parTransId="{CDF5B74B-7B58-46B6-A6AB-C00F7C3373AE}" sibTransId="{0EFD36E2-6D76-4026-AE2D-FF29515DE737}"/>
    <dgm:cxn modelId="{135659C2-F233-4539-B7F5-F6305E4678C3}" type="presOf" srcId="{F9ACF99B-C088-45EA-8DA1-2589D13F3F03}" destId="{F350F0F5-3753-441E-90BA-2BCD56585067}" srcOrd="0" destOrd="0" presId="urn:microsoft.com/office/officeart/2005/8/layout/vList2"/>
    <dgm:cxn modelId="{1E4CB9C8-9075-4F77-BB31-CCF88110C5D6}" srcId="{9E7A1ED1-6329-4B07-A2B2-0AFE60B09ED5}" destId="{13F61B51-7593-49FD-932F-846C034FC481}" srcOrd="0" destOrd="0" parTransId="{047A63DE-C171-4D06-98BF-A4EFE1F50E84}" sibTransId="{2EFF70D8-17FB-4D41-B993-79BF19EC424D}"/>
    <dgm:cxn modelId="{2D03AECA-B81E-43D8-8406-767B5F012366}" srcId="{9E7A1ED1-6329-4B07-A2B2-0AFE60B09ED5}" destId="{EA24C0AD-A9DE-4C9D-82E8-15BEA592E2CD}" srcOrd="2" destOrd="0" parTransId="{CAC7C300-8932-4E65-92C9-690596E075A4}" sibTransId="{CDB5A1DA-765B-4F1A-AAB6-CCA6680048B6}"/>
    <dgm:cxn modelId="{49E3C7E4-0A57-4BCE-8A08-9149A9B2FC44}" type="presOf" srcId="{671A6D9A-D21D-4B26-A4E2-5F2D7D862AA2}" destId="{B20DA436-191D-413B-B2E1-560019306FD3}" srcOrd="0" destOrd="0" presId="urn:microsoft.com/office/officeart/2005/8/layout/vList2"/>
    <dgm:cxn modelId="{85D4C0E5-7068-4BD8-9578-AAE1BECC9AD5}" type="presOf" srcId="{9E7A1ED1-6329-4B07-A2B2-0AFE60B09ED5}" destId="{C1035EAD-8E8A-41CD-85D8-A6DA1F7F0B5B}" srcOrd="0" destOrd="0" presId="urn:microsoft.com/office/officeart/2005/8/layout/vList2"/>
    <dgm:cxn modelId="{B02D80E8-D514-40CB-AEEB-4D9F3A31B0A5}" srcId="{9E7A1ED1-6329-4B07-A2B2-0AFE60B09ED5}" destId="{F9ACF99B-C088-45EA-8DA1-2589D13F3F03}" srcOrd="5" destOrd="0" parTransId="{8A0361AD-863A-489F-9DFC-AA7540900D04}" sibTransId="{4B8DBC29-4C23-4F82-A028-17F48A2AE090}"/>
    <dgm:cxn modelId="{FC25442A-B086-470F-958A-613818254171}" type="presParOf" srcId="{C1035EAD-8E8A-41CD-85D8-A6DA1F7F0B5B}" destId="{1AF17CB1-B0C3-4C6D-A27E-9755105E7992}" srcOrd="0" destOrd="0" presId="urn:microsoft.com/office/officeart/2005/8/layout/vList2"/>
    <dgm:cxn modelId="{7CF0B927-27E2-426A-AD0C-3946C95B44FF}" type="presParOf" srcId="{C1035EAD-8E8A-41CD-85D8-A6DA1F7F0B5B}" destId="{FE63E402-E7C1-4E38-8022-07D421499C07}" srcOrd="1" destOrd="0" presId="urn:microsoft.com/office/officeart/2005/8/layout/vList2"/>
    <dgm:cxn modelId="{8B97A3C0-5827-435A-9198-FE9EC54C37D6}" type="presParOf" srcId="{C1035EAD-8E8A-41CD-85D8-A6DA1F7F0B5B}" destId="{8F73D8B6-4B78-42B0-8133-487B6FC92C0F}" srcOrd="2" destOrd="0" presId="urn:microsoft.com/office/officeart/2005/8/layout/vList2"/>
    <dgm:cxn modelId="{E476EC4D-3A80-4D3B-88E6-ECC9261DCE86}" type="presParOf" srcId="{C1035EAD-8E8A-41CD-85D8-A6DA1F7F0B5B}" destId="{D70335FB-031A-4E49-8C89-815D284E1D11}" srcOrd="3" destOrd="0" presId="urn:microsoft.com/office/officeart/2005/8/layout/vList2"/>
    <dgm:cxn modelId="{EC173237-EE4C-49EB-B45B-F5F552FFC113}" type="presParOf" srcId="{C1035EAD-8E8A-41CD-85D8-A6DA1F7F0B5B}" destId="{CA2D8DF8-6276-4358-A04D-D47BA372D239}" srcOrd="4" destOrd="0" presId="urn:microsoft.com/office/officeart/2005/8/layout/vList2"/>
    <dgm:cxn modelId="{B4B63E13-DA42-4D6B-BAF9-54570684353C}" type="presParOf" srcId="{C1035EAD-8E8A-41CD-85D8-A6DA1F7F0B5B}" destId="{5E1F4CC6-4BC6-4963-B109-B605D7522260}" srcOrd="5" destOrd="0" presId="urn:microsoft.com/office/officeart/2005/8/layout/vList2"/>
    <dgm:cxn modelId="{D12CA323-2CCA-453D-B013-D15D22FBDB4D}" type="presParOf" srcId="{C1035EAD-8E8A-41CD-85D8-A6DA1F7F0B5B}" destId="{466796F0-7534-4098-A041-C29528788649}" srcOrd="6" destOrd="0" presId="urn:microsoft.com/office/officeart/2005/8/layout/vList2"/>
    <dgm:cxn modelId="{5A0055BB-73BD-4467-930F-84546930F225}" type="presParOf" srcId="{C1035EAD-8E8A-41CD-85D8-A6DA1F7F0B5B}" destId="{D4C25BB0-0D6F-41AD-B74E-7085C1187D31}" srcOrd="7" destOrd="0" presId="urn:microsoft.com/office/officeart/2005/8/layout/vList2"/>
    <dgm:cxn modelId="{04083EDE-824A-4165-99E0-4B9B0FD0DDA0}" type="presParOf" srcId="{C1035EAD-8E8A-41CD-85D8-A6DA1F7F0B5B}" destId="{B20DA436-191D-413B-B2E1-560019306FD3}" srcOrd="8" destOrd="0" presId="urn:microsoft.com/office/officeart/2005/8/layout/vList2"/>
    <dgm:cxn modelId="{B5639D01-9ADD-4835-905B-FA1070D781A7}" type="presParOf" srcId="{C1035EAD-8E8A-41CD-85D8-A6DA1F7F0B5B}" destId="{0227CEFB-62FC-489D-B4F2-8E4AC873990C}" srcOrd="9" destOrd="0" presId="urn:microsoft.com/office/officeart/2005/8/layout/vList2"/>
    <dgm:cxn modelId="{8F1F3B00-D6DD-4FE4-AD86-E300F18546FF}" type="presParOf" srcId="{C1035EAD-8E8A-41CD-85D8-A6DA1F7F0B5B}" destId="{F350F0F5-3753-441E-90BA-2BCD56585067}"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88A546-9882-4EB8-AA2D-D32A0D1379D3}" type="doc">
      <dgm:prSet loTypeId="urn:microsoft.com/office/officeart/2005/8/layout/vList2" loCatId="list" qsTypeId="urn:microsoft.com/office/officeart/2005/8/quickstyle/simple5" qsCatId="simple" csTypeId="urn:microsoft.com/office/officeart/2005/8/colors/accent1_2" csCatId="accent1"/>
      <dgm:spPr/>
      <dgm:t>
        <a:bodyPr/>
        <a:lstStyle/>
        <a:p>
          <a:endParaRPr lang="en-US"/>
        </a:p>
      </dgm:t>
    </dgm:pt>
    <dgm:pt modelId="{59167B17-1F8A-4C3A-94EA-ED39BF4654B7}">
      <dgm:prSet/>
      <dgm:spPr/>
      <dgm:t>
        <a:bodyPr/>
        <a:lstStyle/>
        <a:p>
          <a:r>
            <a:rPr lang="fr-MA"/>
            <a:t>Site 2 : Vlan100 (admins 192.168.100.0/24) est disponible que pour les equipement qui doivent être dans un réseau plus sécurisé pour éviter les accès non autoriser , il doivent être  isolé du reste .(comme server , wlc ,AP)</a:t>
          </a:r>
          <a:endParaRPr lang="en-US"/>
        </a:p>
      </dgm:t>
    </dgm:pt>
    <dgm:pt modelId="{919439BB-6094-4119-B8C0-FAE73EA50D73}" type="parTrans" cxnId="{66B2B3D2-D4B1-4BF3-9598-0741D0F0177C}">
      <dgm:prSet/>
      <dgm:spPr/>
      <dgm:t>
        <a:bodyPr/>
        <a:lstStyle/>
        <a:p>
          <a:endParaRPr lang="en-US"/>
        </a:p>
      </dgm:t>
    </dgm:pt>
    <dgm:pt modelId="{05887521-33AD-4243-A322-E24A585BD264}" type="sibTrans" cxnId="{66B2B3D2-D4B1-4BF3-9598-0741D0F0177C}">
      <dgm:prSet/>
      <dgm:spPr/>
      <dgm:t>
        <a:bodyPr/>
        <a:lstStyle/>
        <a:p>
          <a:endParaRPr lang="en-US"/>
        </a:p>
      </dgm:t>
    </dgm:pt>
    <dgm:pt modelId="{767C156D-8C46-4EB3-BE89-E1EF35BF9B85}">
      <dgm:prSet/>
      <dgm:spPr/>
      <dgm:t>
        <a:bodyPr/>
        <a:lstStyle/>
        <a:p>
          <a:r>
            <a:rPr lang="fr-MA"/>
            <a:t>Vlan 110 (Workers /pc fixe 192.168.110.0/24) ce vlan est assigné au employés .</a:t>
          </a:r>
          <a:endParaRPr lang="en-US"/>
        </a:p>
      </dgm:t>
    </dgm:pt>
    <dgm:pt modelId="{4400935D-DDFA-40EE-99AD-1494B882C573}" type="parTrans" cxnId="{3A3C168B-8FF3-4BFF-B99D-DE9DD0DED885}">
      <dgm:prSet/>
      <dgm:spPr/>
      <dgm:t>
        <a:bodyPr/>
        <a:lstStyle/>
        <a:p>
          <a:endParaRPr lang="en-US"/>
        </a:p>
      </dgm:t>
    </dgm:pt>
    <dgm:pt modelId="{69AF3C1B-F6DC-457E-AB2E-8E2BA69710AB}" type="sibTrans" cxnId="{3A3C168B-8FF3-4BFF-B99D-DE9DD0DED885}">
      <dgm:prSet/>
      <dgm:spPr/>
      <dgm:t>
        <a:bodyPr/>
        <a:lstStyle/>
        <a:p>
          <a:endParaRPr lang="en-US"/>
        </a:p>
      </dgm:t>
    </dgm:pt>
    <dgm:pt modelId="{86C17320-6BBF-4F62-A0FC-85F82BBE7043}">
      <dgm:prSet/>
      <dgm:spPr/>
      <dgm:t>
        <a:bodyPr/>
        <a:lstStyle/>
        <a:p>
          <a:r>
            <a:rPr lang="fr-MA"/>
            <a:t>Vlan 120 (Guests/192.168.120.0/24) Avec sécurité WPA2-PSK ce réseau est réservé au visiteur . (non autorisé au port ssh 22)</a:t>
          </a:r>
          <a:endParaRPr lang="en-US"/>
        </a:p>
      </dgm:t>
    </dgm:pt>
    <dgm:pt modelId="{20FDBFA4-0477-4756-B1F9-AB768CCC7BE5}" type="parTrans" cxnId="{7D353E9E-72A6-4C68-891E-25EC196CA0F8}">
      <dgm:prSet/>
      <dgm:spPr/>
      <dgm:t>
        <a:bodyPr/>
        <a:lstStyle/>
        <a:p>
          <a:endParaRPr lang="en-US"/>
        </a:p>
      </dgm:t>
    </dgm:pt>
    <dgm:pt modelId="{5E2B582C-2C14-480A-BB5E-DA313832BF10}" type="sibTrans" cxnId="{7D353E9E-72A6-4C68-891E-25EC196CA0F8}">
      <dgm:prSet/>
      <dgm:spPr/>
      <dgm:t>
        <a:bodyPr/>
        <a:lstStyle/>
        <a:p>
          <a:endParaRPr lang="en-US"/>
        </a:p>
      </dgm:t>
    </dgm:pt>
    <dgm:pt modelId="{CCCA1962-D19D-4CA6-BCF0-131C6E657E4E}">
      <dgm:prSet/>
      <dgm:spPr/>
      <dgm:t>
        <a:bodyPr/>
        <a:lstStyle/>
        <a:p>
          <a:r>
            <a:rPr lang="fr-MA"/>
            <a:t>Vlan 140 (wireless-worker : 192.168.140.0/24) avec sécurité AAA , ce réseau pour les employé qui veulent travailler avec leur wireless </a:t>
          </a:r>
          <a:endParaRPr lang="en-US"/>
        </a:p>
      </dgm:t>
    </dgm:pt>
    <dgm:pt modelId="{B7E7511A-C441-4748-AE00-0C19D0453C4B}" type="parTrans" cxnId="{F2020074-E202-46E0-875C-37EAB255D9F1}">
      <dgm:prSet/>
      <dgm:spPr/>
      <dgm:t>
        <a:bodyPr/>
        <a:lstStyle/>
        <a:p>
          <a:endParaRPr lang="en-US"/>
        </a:p>
      </dgm:t>
    </dgm:pt>
    <dgm:pt modelId="{F236CD7E-29E9-4DFF-AE4E-49EF3B730C72}" type="sibTrans" cxnId="{F2020074-E202-46E0-875C-37EAB255D9F1}">
      <dgm:prSet/>
      <dgm:spPr/>
      <dgm:t>
        <a:bodyPr/>
        <a:lstStyle/>
        <a:p>
          <a:endParaRPr lang="en-US"/>
        </a:p>
      </dgm:t>
    </dgm:pt>
    <dgm:pt modelId="{382225EF-D207-4138-AA85-BD0993379C3F}">
      <dgm:prSet/>
      <dgm:spPr/>
      <dgm:t>
        <a:bodyPr/>
        <a:lstStyle/>
        <a:p>
          <a:r>
            <a:rPr lang="fr-MA"/>
            <a:t>Vlan 144 ( Voice:192.168.144.0/24) ce vlan est resérvé au VOIP IP phones .</a:t>
          </a:r>
          <a:endParaRPr lang="en-US"/>
        </a:p>
      </dgm:t>
    </dgm:pt>
    <dgm:pt modelId="{A7F256C5-1E88-4DF4-B086-D74F02E4D0AB}" type="parTrans" cxnId="{8D189850-D0C2-48AE-AA9B-812C53851B6C}">
      <dgm:prSet/>
      <dgm:spPr/>
      <dgm:t>
        <a:bodyPr/>
        <a:lstStyle/>
        <a:p>
          <a:endParaRPr lang="en-US"/>
        </a:p>
      </dgm:t>
    </dgm:pt>
    <dgm:pt modelId="{0D2D65D7-F66E-4FDE-9878-3EDE27819BE6}" type="sibTrans" cxnId="{8D189850-D0C2-48AE-AA9B-812C53851B6C}">
      <dgm:prSet/>
      <dgm:spPr/>
      <dgm:t>
        <a:bodyPr/>
        <a:lstStyle/>
        <a:p>
          <a:endParaRPr lang="en-US"/>
        </a:p>
      </dgm:t>
    </dgm:pt>
    <dgm:pt modelId="{9DB17DF6-1627-4F3B-83DF-8FD35BBC549B}" type="pres">
      <dgm:prSet presAssocID="{C088A546-9882-4EB8-AA2D-D32A0D1379D3}" presName="linear" presStyleCnt="0">
        <dgm:presLayoutVars>
          <dgm:animLvl val="lvl"/>
          <dgm:resizeHandles val="exact"/>
        </dgm:presLayoutVars>
      </dgm:prSet>
      <dgm:spPr/>
    </dgm:pt>
    <dgm:pt modelId="{36294888-E7A5-4E81-A0B9-ECF9B2BEB09E}" type="pres">
      <dgm:prSet presAssocID="{59167B17-1F8A-4C3A-94EA-ED39BF4654B7}" presName="parentText" presStyleLbl="node1" presStyleIdx="0" presStyleCnt="5">
        <dgm:presLayoutVars>
          <dgm:chMax val="0"/>
          <dgm:bulletEnabled val="1"/>
        </dgm:presLayoutVars>
      </dgm:prSet>
      <dgm:spPr/>
    </dgm:pt>
    <dgm:pt modelId="{44991C41-5E37-435D-B749-A0E444284456}" type="pres">
      <dgm:prSet presAssocID="{05887521-33AD-4243-A322-E24A585BD264}" presName="spacer" presStyleCnt="0"/>
      <dgm:spPr/>
    </dgm:pt>
    <dgm:pt modelId="{A7F95921-3681-4154-A6C9-365C8D719AEE}" type="pres">
      <dgm:prSet presAssocID="{767C156D-8C46-4EB3-BE89-E1EF35BF9B85}" presName="parentText" presStyleLbl="node1" presStyleIdx="1" presStyleCnt="5">
        <dgm:presLayoutVars>
          <dgm:chMax val="0"/>
          <dgm:bulletEnabled val="1"/>
        </dgm:presLayoutVars>
      </dgm:prSet>
      <dgm:spPr/>
    </dgm:pt>
    <dgm:pt modelId="{E6207DE2-BC6E-43B5-942C-54E9D544DDFC}" type="pres">
      <dgm:prSet presAssocID="{69AF3C1B-F6DC-457E-AB2E-8E2BA69710AB}" presName="spacer" presStyleCnt="0"/>
      <dgm:spPr/>
    </dgm:pt>
    <dgm:pt modelId="{BDACFC6F-BB7D-4392-90B6-D1BB0B82F67A}" type="pres">
      <dgm:prSet presAssocID="{86C17320-6BBF-4F62-A0FC-85F82BBE7043}" presName="parentText" presStyleLbl="node1" presStyleIdx="2" presStyleCnt="5">
        <dgm:presLayoutVars>
          <dgm:chMax val="0"/>
          <dgm:bulletEnabled val="1"/>
        </dgm:presLayoutVars>
      </dgm:prSet>
      <dgm:spPr/>
    </dgm:pt>
    <dgm:pt modelId="{D4D11E00-90AA-4731-AFDB-45F483E8EEDE}" type="pres">
      <dgm:prSet presAssocID="{5E2B582C-2C14-480A-BB5E-DA313832BF10}" presName="spacer" presStyleCnt="0"/>
      <dgm:spPr/>
    </dgm:pt>
    <dgm:pt modelId="{FAF58042-B4CA-4EF6-8F42-A1D6E6271634}" type="pres">
      <dgm:prSet presAssocID="{CCCA1962-D19D-4CA6-BCF0-131C6E657E4E}" presName="parentText" presStyleLbl="node1" presStyleIdx="3" presStyleCnt="5">
        <dgm:presLayoutVars>
          <dgm:chMax val="0"/>
          <dgm:bulletEnabled val="1"/>
        </dgm:presLayoutVars>
      </dgm:prSet>
      <dgm:spPr/>
    </dgm:pt>
    <dgm:pt modelId="{662B85FA-0F19-4B3D-AB55-34AF87D06F78}" type="pres">
      <dgm:prSet presAssocID="{F236CD7E-29E9-4DFF-AE4E-49EF3B730C72}" presName="spacer" presStyleCnt="0"/>
      <dgm:spPr/>
    </dgm:pt>
    <dgm:pt modelId="{06079985-FD23-4644-BBFC-96F1DE45BB06}" type="pres">
      <dgm:prSet presAssocID="{382225EF-D207-4138-AA85-BD0993379C3F}" presName="parentText" presStyleLbl="node1" presStyleIdx="4" presStyleCnt="5">
        <dgm:presLayoutVars>
          <dgm:chMax val="0"/>
          <dgm:bulletEnabled val="1"/>
        </dgm:presLayoutVars>
      </dgm:prSet>
      <dgm:spPr/>
    </dgm:pt>
  </dgm:ptLst>
  <dgm:cxnLst>
    <dgm:cxn modelId="{4E315D66-35DB-4244-8315-342A6D3767CA}" type="presOf" srcId="{767C156D-8C46-4EB3-BE89-E1EF35BF9B85}" destId="{A7F95921-3681-4154-A6C9-365C8D719AEE}" srcOrd="0" destOrd="0" presId="urn:microsoft.com/office/officeart/2005/8/layout/vList2"/>
    <dgm:cxn modelId="{8D189850-D0C2-48AE-AA9B-812C53851B6C}" srcId="{C088A546-9882-4EB8-AA2D-D32A0D1379D3}" destId="{382225EF-D207-4138-AA85-BD0993379C3F}" srcOrd="4" destOrd="0" parTransId="{A7F256C5-1E88-4DF4-B086-D74F02E4D0AB}" sibTransId="{0D2D65D7-F66E-4FDE-9878-3EDE27819BE6}"/>
    <dgm:cxn modelId="{F2020074-E202-46E0-875C-37EAB255D9F1}" srcId="{C088A546-9882-4EB8-AA2D-D32A0D1379D3}" destId="{CCCA1962-D19D-4CA6-BCF0-131C6E657E4E}" srcOrd="3" destOrd="0" parTransId="{B7E7511A-C441-4748-AE00-0C19D0453C4B}" sibTransId="{F236CD7E-29E9-4DFF-AE4E-49EF3B730C72}"/>
    <dgm:cxn modelId="{3A3C168B-8FF3-4BFF-B99D-DE9DD0DED885}" srcId="{C088A546-9882-4EB8-AA2D-D32A0D1379D3}" destId="{767C156D-8C46-4EB3-BE89-E1EF35BF9B85}" srcOrd="1" destOrd="0" parTransId="{4400935D-DDFA-40EE-99AD-1494B882C573}" sibTransId="{69AF3C1B-F6DC-457E-AB2E-8E2BA69710AB}"/>
    <dgm:cxn modelId="{7D353E9E-72A6-4C68-891E-25EC196CA0F8}" srcId="{C088A546-9882-4EB8-AA2D-D32A0D1379D3}" destId="{86C17320-6BBF-4F62-A0FC-85F82BBE7043}" srcOrd="2" destOrd="0" parTransId="{20FDBFA4-0477-4756-B1F9-AB768CCC7BE5}" sibTransId="{5E2B582C-2C14-480A-BB5E-DA313832BF10}"/>
    <dgm:cxn modelId="{992394A4-6A54-489E-8075-794DBCBC3A98}" type="presOf" srcId="{CCCA1962-D19D-4CA6-BCF0-131C6E657E4E}" destId="{FAF58042-B4CA-4EF6-8F42-A1D6E6271634}" srcOrd="0" destOrd="0" presId="urn:microsoft.com/office/officeart/2005/8/layout/vList2"/>
    <dgm:cxn modelId="{F22E7EA7-48FD-447B-A79C-8FD8547E3BEB}" type="presOf" srcId="{C088A546-9882-4EB8-AA2D-D32A0D1379D3}" destId="{9DB17DF6-1627-4F3B-83DF-8FD35BBC549B}" srcOrd="0" destOrd="0" presId="urn:microsoft.com/office/officeart/2005/8/layout/vList2"/>
    <dgm:cxn modelId="{E31954BC-5555-4261-BBE1-3A656D1626A4}" type="presOf" srcId="{382225EF-D207-4138-AA85-BD0993379C3F}" destId="{06079985-FD23-4644-BBFC-96F1DE45BB06}" srcOrd="0" destOrd="0" presId="urn:microsoft.com/office/officeart/2005/8/layout/vList2"/>
    <dgm:cxn modelId="{66B2B3D2-D4B1-4BF3-9598-0741D0F0177C}" srcId="{C088A546-9882-4EB8-AA2D-D32A0D1379D3}" destId="{59167B17-1F8A-4C3A-94EA-ED39BF4654B7}" srcOrd="0" destOrd="0" parTransId="{919439BB-6094-4119-B8C0-FAE73EA50D73}" sibTransId="{05887521-33AD-4243-A322-E24A585BD264}"/>
    <dgm:cxn modelId="{A7E634DE-E7F3-48C7-B739-5EDA34D97453}" type="presOf" srcId="{59167B17-1F8A-4C3A-94EA-ED39BF4654B7}" destId="{36294888-E7A5-4E81-A0B9-ECF9B2BEB09E}" srcOrd="0" destOrd="0" presId="urn:microsoft.com/office/officeart/2005/8/layout/vList2"/>
    <dgm:cxn modelId="{7C8C69F0-C966-47CD-891D-EB87BF2DAD3D}" type="presOf" srcId="{86C17320-6BBF-4F62-A0FC-85F82BBE7043}" destId="{BDACFC6F-BB7D-4392-90B6-D1BB0B82F67A}" srcOrd="0" destOrd="0" presId="urn:microsoft.com/office/officeart/2005/8/layout/vList2"/>
    <dgm:cxn modelId="{BE0FEB05-7CAC-4766-860E-D6A57ADC1077}" type="presParOf" srcId="{9DB17DF6-1627-4F3B-83DF-8FD35BBC549B}" destId="{36294888-E7A5-4E81-A0B9-ECF9B2BEB09E}" srcOrd="0" destOrd="0" presId="urn:microsoft.com/office/officeart/2005/8/layout/vList2"/>
    <dgm:cxn modelId="{1F1BD207-660E-40AA-A28F-435AF12F206B}" type="presParOf" srcId="{9DB17DF6-1627-4F3B-83DF-8FD35BBC549B}" destId="{44991C41-5E37-435D-B749-A0E444284456}" srcOrd="1" destOrd="0" presId="urn:microsoft.com/office/officeart/2005/8/layout/vList2"/>
    <dgm:cxn modelId="{77BFDAEE-92E0-4243-A915-B1307DD883AA}" type="presParOf" srcId="{9DB17DF6-1627-4F3B-83DF-8FD35BBC549B}" destId="{A7F95921-3681-4154-A6C9-365C8D719AEE}" srcOrd="2" destOrd="0" presId="urn:microsoft.com/office/officeart/2005/8/layout/vList2"/>
    <dgm:cxn modelId="{2258673F-52E4-4460-8B0E-32D4892E72A9}" type="presParOf" srcId="{9DB17DF6-1627-4F3B-83DF-8FD35BBC549B}" destId="{E6207DE2-BC6E-43B5-942C-54E9D544DDFC}" srcOrd="3" destOrd="0" presId="urn:microsoft.com/office/officeart/2005/8/layout/vList2"/>
    <dgm:cxn modelId="{943A836D-6A8D-4BD7-8A92-EBB0B5505F76}" type="presParOf" srcId="{9DB17DF6-1627-4F3B-83DF-8FD35BBC549B}" destId="{BDACFC6F-BB7D-4392-90B6-D1BB0B82F67A}" srcOrd="4" destOrd="0" presId="urn:microsoft.com/office/officeart/2005/8/layout/vList2"/>
    <dgm:cxn modelId="{ACE930A8-4E86-4E05-870C-4E89EF5CF22F}" type="presParOf" srcId="{9DB17DF6-1627-4F3B-83DF-8FD35BBC549B}" destId="{D4D11E00-90AA-4731-AFDB-45F483E8EEDE}" srcOrd="5" destOrd="0" presId="urn:microsoft.com/office/officeart/2005/8/layout/vList2"/>
    <dgm:cxn modelId="{6B126EA9-0544-41EE-AC88-7BDC4F113F99}" type="presParOf" srcId="{9DB17DF6-1627-4F3B-83DF-8FD35BBC549B}" destId="{FAF58042-B4CA-4EF6-8F42-A1D6E6271634}" srcOrd="6" destOrd="0" presId="urn:microsoft.com/office/officeart/2005/8/layout/vList2"/>
    <dgm:cxn modelId="{34CD8B0A-DD28-473A-88CC-A54FD604C142}" type="presParOf" srcId="{9DB17DF6-1627-4F3B-83DF-8FD35BBC549B}" destId="{662B85FA-0F19-4B3D-AB55-34AF87D06F78}" srcOrd="7" destOrd="0" presId="urn:microsoft.com/office/officeart/2005/8/layout/vList2"/>
    <dgm:cxn modelId="{6190DB77-668E-471E-BA65-3ACA48F899C7}" type="presParOf" srcId="{9DB17DF6-1627-4F3B-83DF-8FD35BBC549B}" destId="{06079985-FD23-4644-BBFC-96F1DE45BB0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339B9BF-3913-47F9-9F7A-FF843335AA5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CDD6E8A-65F5-4A39-9664-C988680B97A6}">
      <dgm:prSet/>
      <dgm:spPr/>
      <dgm:t>
        <a:bodyPr/>
        <a:lstStyle/>
        <a:p>
          <a:r>
            <a:rPr lang="en-US" b="1" i="0" dirty="0">
              <a:solidFill>
                <a:srgbClr val="FF0000"/>
              </a:solidFill>
            </a:rPr>
            <a:t>On a </a:t>
          </a:r>
          <a:r>
            <a:rPr lang="en-US" b="1" i="0" dirty="0" err="1">
              <a:solidFill>
                <a:srgbClr val="FF0000"/>
              </a:solidFill>
            </a:rPr>
            <a:t>implementé</a:t>
          </a:r>
          <a:r>
            <a:rPr lang="en-US" b="1" i="0" dirty="0">
              <a:solidFill>
                <a:srgbClr val="FF0000"/>
              </a:solidFill>
            </a:rPr>
            <a:t> Le </a:t>
          </a:r>
          <a:r>
            <a:rPr lang="en-US" b="1" i="0" dirty="0" err="1">
              <a:solidFill>
                <a:srgbClr val="FF0000"/>
              </a:solidFill>
            </a:rPr>
            <a:t>serveur</a:t>
          </a:r>
          <a:r>
            <a:rPr lang="en-US" b="1" i="0" dirty="0">
              <a:solidFill>
                <a:srgbClr val="FF0000"/>
              </a:solidFill>
            </a:rPr>
            <a:t> radius pour controller access a </a:t>
          </a:r>
          <a:r>
            <a:rPr lang="en-US" b="1" i="0" dirty="0" err="1">
              <a:solidFill>
                <a:srgbClr val="FF0000"/>
              </a:solidFill>
            </a:rPr>
            <a:t>notre</a:t>
          </a:r>
          <a:r>
            <a:rPr lang="en-US" b="1" i="0" dirty="0">
              <a:solidFill>
                <a:srgbClr val="FF0000"/>
              </a:solidFill>
            </a:rPr>
            <a:t> equipment et les </a:t>
          </a:r>
          <a:r>
            <a:rPr lang="en-US" b="1" i="0" dirty="0" err="1">
              <a:solidFill>
                <a:srgbClr val="FF0000"/>
              </a:solidFill>
            </a:rPr>
            <a:t>suivre</a:t>
          </a:r>
          <a:r>
            <a:rPr lang="en-US" b="1" i="0" dirty="0">
              <a:solidFill>
                <a:srgbClr val="FF0000"/>
              </a:solidFill>
            </a:rPr>
            <a:t> au </a:t>
          </a:r>
          <a:r>
            <a:rPr lang="en-US" b="1" i="0" dirty="0" err="1">
              <a:solidFill>
                <a:srgbClr val="FF0000"/>
              </a:solidFill>
            </a:rPr>
            <a:t>cas</a:t>
          </a:r>
          <a:r>
            <a:rPr lang="en-US" b="1" i="0" dirty="0">
              <a:solidFill>
                <a:srgbClr val="FF0000"/>
              </a:solidFill>
            </a:rPr>
            <a:t> </a:t>
          </a:r>
          <a:r>
            <a:rPr lang="en-US" b="1" i="0" dirty="0" err="1">
              <a:solidFill>
                <a:srgbClr val="FF0000"/>
              </a:solidFill>
            </a:rPr>
            <a:t>d’une</a:t>
          </a:r>
          <a:r>
            <a:rPr lang="en-US" b="1" i="0" dirty="0">
              <a:solidFill>
                <a:srgbClr val="FF0000"/>
              </a:solidFill>
            </a:rPr>
            <a:t> intrusion .</a:t>
          </a:r>
          <a:endParaRPr lang="en-US" dirty="0">
            <a:solidFill>
              <a:srgbClr val="FF0000"/>
            </a:solidFill>
          </a:endParaRPr>
        </a:p>
      </dgm:t>
    </dgm:pt>
    <dgm:pt modelId="{2BE5B371-AB88-4D32-BC2F-FA56915B5B25}" type="parTrans" cxnId="{2CF50E80-6B3F-4353-B900-1C39B8F4B271}">
      <dgm:prSet/>
      <dgm:spPr/>
      <dgm:t>
        <a:bodyPr/>
        <a:lstStyle/>
        <a:p>
          <a:endParaRPr lang="en-US"/>
        </a:p>
      </dgm:t>
    </dgm:pt>
    <dgm:pt modelId="{6B09E442-B5C3-4E80-B32B-4F22983C9D4A}" type="sibTrans" cxnId="{2CF50E80-6B3F-4353-B900-1C39B8F4B271}">
      <dgm:prSet/>
      <dgm:spPr/>
      <dgm:t>
        <a:bodyPr/>
        <a:lstStyle/>
        <a:p>
          <a:endParaRPr lang="en-US"/>
        </a:p>
      </dgm:t>
    </dgm:pt>
    <dgm:pt modelId="{79B04558-EE5F-4E41-A699-0D0211AFA241}">
      <dgm:prSet/>
      <dgm:spPr/>
      <dgm:t>
        <a:bodyPr/>
        <a:lstStyle/>
        <a:p>
          <a:r>
            <a:rPr lang="en-US" b="1" i="0" dirty="0">
              <a:solidFill>
                <a:srgbClr val="FF0000"/>
              </a:solidFill>
            </a:rPr>
            <a:t>Pour le guest on a pas </a:t>
          </a:r>
          <a:r>
            <a:rPr lang="en-US" b="1" i="0" dirty="0" err="1">
              <a:solidFill>
                <a:srgbClr val="FF0000"/>
              </a:solidFill>
            </a:rPr>
            <a:t>besoin</a:t>
          </a:r>
          <a:r>
            <a:rPr lang="en-US" b="1" i="0" dirty="0">
              <a:solidFill>
                <a:srgbClr val="FF0000"/>
              </a:solidFill>
            </a:rPr>
            <a:t> </a:t>
          </a:r>
          <a:r>
            <a:rPr lang="en-US" b="1" i="0" dirty="0" err="1">
              <a:solidFill>
                <a:srgbClr val="FF0000"/>
              </a:solidFill>
            </a:rPr>
            <a:t>d’une</a:t>
          </a:r>
          <a:r>
            <a:rPr lang="en-US" b="1" i="0" dirty="0">
              <a:solidFill>
                <a:srgbClr val="FF0000"/>
              </a:solidFill>
            </a:rPr>
            <a:t> haute </a:t>
          </a:r>
          <a:r>
            <a:rPr lang="en-US" b="1" i="0" dirty="0" err="1">
              <a:solidFill>
                <a:srgbClr val="FF0000"/>
              </a:solidFill>
            </a:rPr>
            <a:t>sécurité</a:t>
          </a:r>
          <a:r>
            <a:rPr lang="en-US" b="1" i="0" dirty="0">
              <a:solidFill>
                <a:srgbClr val="FF0000"/>
              </a:solidFill>
            </a:rPr>
            <a:t> car </a:t>
          </a:r>
          <a:r>
            <a:rPr lang="en-US" b="1" i="0" dirty="0" err="1">
              <a:solidFill>
                <a:srgbClr val="FF0000"/>
              </a:solidFill>
            </a:rPr>
            <a:t>c’un</a:t>
          </a:r>
          <a:r>
            <a:rPr lang="en-US" b="1" i="0" dirty="0"/>
            <a:t> réseau </a:t>
          </a:r>
          <a:r>
            <a:rPr lang="en-US" b="1" i="0" dirty="0" err="1">
              <a:solidFill>
                <a:srgbClr val="FF0000"/>
              </a:solidFill>
            </a:rPr>
            <a:t>isolé</a:t>
          </a:r>
          <a:r>
            <a:rPr lang="en-US" b="1" i="0" dirty="0">
              <a:solidFill>
                <a:srgbClr val="FF0000"/>
              </a:solidFill>
            </a:rPr>
            <a:t> des </a:t>
          </a:r>
          <a:r>
            <a:rPr lang="en-US" b="1" i="0" dirty="0" err="1">
              <a:solidFill>
                <a:srgbClr val="FF0000"/>
              </a:solidFill>
            </a:rPr>
            <a:t>équipement</a:t>
          </a:r>
          <a:r>
            <a:rPr lang="en-US" b="1" i="0" dirty="0">
              <a:solidFill>
                <a:srgbClr val="FF0000"/>
              </a:solidFill>
            </a:rPr>
            <a:t> important .</a:t>
          </a:r>
          <a:endParaRPr lang="en-US" dirty="0">
            <a:solidFill>
              <a:srgbClr val="FF0000"/>
            </a:solidFill>
          </a:endParaRPr>
        </a:p>
      </dgm:t>
    </dgm:pt>
    <dgm:pt modelId="{C663CDCB-2CBF-4226-A861-C7B00F427E79}" type="parTrans" cxnId="{C0210755-5F31-4CC6-ADA3-BB3D54CA5D5C}">
      <dgm:prSet/>
      <dgm:spPr/>
      <dgm:t>
        <a:bodyPr/>
        <a:lstStyle/>
        <a:p>
          <a:endParaRPr lang="en-US"/>
        </a:p>
      </dgm:t>
    </dgm:pt>
    <dgm:pt modelId="{187C0937-AF46-4C50-93ED-648A320664F8}" type="sibTrans" cxnId="{C0210755-5F31-4CC6-ADA3-BB3D54CA5D5C}">
      <dgm:prSet/>
      <dgm:spPr/>
      <dgm:t>
        <a:bodyPr/>
        <a:lstStyle/>
        <a:p>
          <a:endParaRPr lang="en-US"/>
        </a:p>
      </dgm:t>
    </dgm:pt>
    <dgm:pt modelId="{BCFB3DF0-5F07-46EC-919D-385AC2A83AF9}" type="pres">
      <dgm:prSet presAssocID="{9339B9BF-3913-47F9-9F7A-FF843335AA5B}" presName="root" presStyleCnt="0">
        <dgm:presLayoutVars>
          <dgm:dir/>
          <dgm:resizeHandles val="exact"/>
        </dgm:presLayoutVars>
      </dgm:prSet>
      <dgm:spPr/>
    </dgm:pt>
    <dgm:pt modelId="{A4F27C68-2827-4B27-ADCA-B08810469F21}" type="pres">
      <dgm:prSet presAssocID="{BCDD6E8A-65F5-4A39-9664-C988680B97A6}" presName="compNode" presStyleCnt="0"/>
      <dgm:spPr/>
    </dgm:pt>
    <dgm:pt modelId="{6F30680C-EF77-4F35-9562-A95361D78BEB}" type="pres">
      <dgm:prSet presAssocID="{BCDD6E8A-65F5-4A39-9664-C988680B97A6}" presName="bgRect" presStyleLbl="bgShp" presStyleIdx="0" presStyleCnt="2"/>
      <dgm:spPr/>
    </dgm:pt>
    <dgm:pt modelId="{2C238743-F6E3-4D0E-AAE3-DBA3D001339F}" type="pres">
      <dgm:prSet presAssocID="{BCDD6E8A-65F5-4A39-9664-C988680B97A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eur"/>
        </a:ext>
      </dgm:extLst>
    </dgm:pt>
    <dgm:pt modelId="{B07AF699-73F0-4ECA-80C8-351ECDFBA00A}" type="pres">
      <dgm:prSet presAssocID="{BCDD6E8A-65F5-4A39-9664-C988680B97A6}" presName="spaceRect" presStyleCnt="0"/>
      <dgm:spPr/>
    </dgm:pt>
    <dgm:pt modelId="{DA1F63C6-9F05-422E-8E5E-4533E5FDB911}" type="pres">
      <dgm:prSet presAssocID="{BCDD6E8A-65F5-4A39-9664-C988680B97A6}" presName="parTx" presStyleLbl="revTx" presStyleIdx="0" presStyleCnt="2">
        <dgm:presLayoutVars>
          <dgm:chMax val="0"/>
          <dgm:chPref val="0"/>
        </dgm:presLayoutVars>
      </dgm:prSet>
      <dgm:spPr/>
    </dgm:pt>
    <dgm:pt modelId="{A9ECBE65-94E3-45E3-B134-1FC0224BF307}" type="pres">
      <dgm:prSet presAssocID="{6B09E442-B5C3-4E80-B32B-4F22983C9D4A}" presName="sibTrans" presStyleCnt="0"/>
      <dgm:spPr/>
    </dgm:pt>
    <dgm:pt modelId="{CCB5F004-2C28-4569-AEFB-7B24D1D233D4}" type="pres">
      <dgm:prSet presAssocID="{79B04558-EE5F-4E41-A699-0D0211AFA241}" presName="compNode" presStyleCnt="0"/>
      <dgm:spPr/>
    </dgm:pt>
    <dgm:pt modelId="{A7983D3C-9E41-4647-806B-7FEE650CE634}" type="pres">
      <dgm:prSet presAssocID="{79B04558-EE5F-4E41-A699-0D0211AFA241}" presName="bgRect" presStyleLbl="bgShp" presStyleIdx="1" presStyleCnt="2"/>
      <dgm:spPr/>
    </dgm:pt>
    <dgm:pt modelId="{AA724097-F1CE-4B98-A6EB-8815C96A7BD9}" type="pres">
      <dgm:prSet presAssocID="{79B04558-EE5F-4E41-A699-0D0211AFA24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errou"/>
        </a:ext>
      </dgm:extLst>
    </dgm:pt>
    <dgm:pt modelId="{4CA41A3D-7D8D-4947-82BF-7C835F29F139}" type="pres">
      <dgm:prSet presAssocID="{79B04558-EE5F-4E41-A699-0D0211AFA241}" presName="spaceRect" presStyleCnt="0"/>
      <dgm:spPr/>
    </dgm:pt>
    <dgm:pt modelId="{A30294F6-964D-4422-980B-632B2F229CE0}" type="pres">
      <dgm:prSet presAssocID="{79B04558-EE5F-4E41-A699-0D0211AFA241}" presName="parTx" presStyleLbl="revTx" presStyleIdx="1" presStyleCnt="2">
        <dgm:presLayoutVars>
          <dgm:chMax val="0"/>
          <dgm:chPref val="0"/>
        </dgm:presLayoutVars>
      </dgm:prSet>
      <dgm:spPr/>
    </dgm:pt>
  </dgm:ptLst>
  <dgm:cxnLst>
    <dgm:cxn modelId="{C0210755-5F31-4CC6-ADA3-BB3D54CA5D5C}" srcId="{9339B9BF-3913-47F9-9F7A-FF843335AA5B}" destId="{79B04558-EE5F-4E41-A699-0D0211AFA241}" srcOrd="1" destOrd="0" parTransId="{C663CDCB-2CBF-4226-A861-C7B00F427E79}" sibTransId="{187C0937-AF46-4C50-93ED-648A320664F8}"/>
    <dgm:cxn modelId="{2CF50E80-6B3F-4353-B900-1C39B8F4B271}" srcId="{9339B9BF-3913-47F9-9F7A-FF843335AA5B}" destId="{BCDD6E8A-65F5-4A39-9664-C988680B97A6}" srcOrd="0" destOrd="0" parTransId="{2BE5B371-AB88-4D32-BC2F-FA56915B5B25}" sibTransId="{6B09E442-B5C3-4E80-B32B-4F22983C9D4A}"/>
    <dgm:cxn modelId="{17F24EAC-A6FB-4DA9-933F-E4584000626A}" type="presOf" srcId="{79B04558-EE5F-4E41-A699-0D0211AFA241}" destId="{A30294F6-964D-4422-980B-632B2F229CE0}" srcOrd="0" destOrd="0" presId="urn:microsoft.com/office/officeart/2018/2/layout/IconVerticalSolidList"/>
    <dgm:cxn modelId="{B8BCA4E2-F15A-48C1-A1EA-B53076FA4C58}" type="presOf" srcId="{BCDD6E8A-65F5-4A39-9664-C988680B97A6}" destId="{DA1F63C6-9F05-422E-8E5E-4533E5FDB911}" srcOrd="0" destOrd="0" presId="urn:microsoft.com/office/officeart/2018/2/layout/IconVerticalSolidList"/>
    <dgm:cxn modelId="{A7F90AE7-7BE9-4AC2-87AE-E0D9B9E3DA8A}" type="presOf" srcId="{9339B9BF-3913-47F9-9F7A-FF843335AA5B}" destId="{BCFB3DF0-5F07-46EC-919D-385AC2A83AF9}" srcOrd="0" destOrd="0" presId="urn:microsoft.com/office/officeart/2018/2/layout/IconVerticalSolidList"/>
    <dgm:cxn modelId="{A961BB00-24AA-4C65-8A24-EE652D8AAA6F}" type="presParOf" srcId="{BCFB3DF0-5F07-46EC-919D-385AC2A83AF9}" destId="{A4F27C68-2827-4B27-ADCA-B08810469F21}" srcOrd="0" destOrd="0" presId="urn:microsoft.com/office/officeart/2018/2/layout/IconVerticalSolidList"/>
    <dgm:cxn modelId="{E781801F-F81F-4AAD-A7E6-C6CE60BB66CC}" type="presParOf" srcId="{A4F27C68-2827-4B27-ADCA-B08810469F21}" destId="{6F30680C-EF77-4F35-9562-A95361D78BEB}" srcOrd="0" destOrd="0" presId="urn:microsoft.com/office/officeart/2018/2/layout/IconVerticalSolidList"/>
    <dgm:cxn modelId="{913AA297-2EB7-4ABF-B64B-ED0541F1F119}" type="presParOf" srcId="{A4F27C68-2827-4B27-ADCA-B08810469F21}" destId="{2C238743-F6E3-4D0E-AAE3-DBA3D001339F}" srcOrd="1" destOrd="0" presId="urn:microsoft.com/office/officeart/2018/2/layout/IconVerticalSolidList"/>
    <dgm:cxn modelId="{5148DDF8-B7C3-4567-8D85-B2BC88D247D1}" type="presParOf" srcId="{A4F27C68-2827-4B27-ADCA-B08810469F21}" destId="{B07AF699-73F0-4ECA-80C8-351ECDFBA00A}" srcOrd="2" destOrd="0" presId="urn:microsoft.com/office/officeart/2018/2/layout/IconVerticalSolidList"/>
    <dgm:cxn modelId="{DC374AD9-A5B8-4FBB-BF4E-4B90A010E028}" type="presParOf" srcId="{A4F27C68-2827-4B27-ADCA-B08810469F21}" destId="{DA1F63C6-9F05-422E-8E5E-4533E5FDB911}" srcOrd="3" destOrd="0" presId="urn:microsoft.com/office/officeart/2018/2/layout/IconVerticalSolidList"/>
    <dgm:cxn modelId="{DE85C67C-B528-4C5B-96F4-62F22D0042A7}" type="presParOf" srcId="{BCFB3DF0-5F07-46EC-919D-385AC2A83AF9}" destId="{A9ECBE65-94E3-45E3-B134-1FC0224BF307}" srcOrd="1" destOrd="0" presId="urn:microsoft.com/office/officeart/2018/2/layout/IconVerticalSolidList"/>
    <dgm:cxn modelId="{2068536D-05D9-4326-B9F4-5874E85AFDAA}" type="presParOf" srcId="{BCFB3DF0-5F07-46EC-919D-385AC2A83AF9}" destId="{CCB5F004-2C28-4569-AEFB-7B24D1D233D4}" srcOrd="2" destOrd="0" presId="urn:microsoft.com/office/officeart/2018/2/layout/IconVerticalSolidList"/>
    <dgm:cxn modelId="{677CA9D0-F886-416B-8B33-B35078977E84}" type="presParOf" srcId="{CCB5F004-2C28-4569-AEFB-7B24D1D233D4}" destId="{A7983D3C-9E41-4647-806B-7FEE650CE634}" srcOrd="0" destOrd="0" presId="urn:microsoft.com/office/officeart/2018/2/layout/IconVerticalSolidList"/>
    <dgm:cxn modelId="{A24B2C43-0D5B-41A8-A033-8D1E8CC9AD09}" type="presParOf" srcId="{CCB5F004-2C28-4569-AEFB-7B24D1D233D4}" destId="{AA724097-F1CE-4B98-A6EB-8815C96A7BD9}" srcOrd="1" destOrd="0" presId="urn:microsoft.com/office/officeart/2018/2/layout/IconVerticalSolidList"/>
    <dgm:cxn modelId="{C47C867B-8D83-46F9-A05D-E42DF9234448}" type="presParOf" srcId="{CCB5F004-2C28-4569-AEFB-7B24D1D233D4}" destId="{4CA41A3D-7D8D-4947-82BF-7C835F29F139}" srcOrd="2" destOrd="0" presId="urn:microsoft.com/office/officeart/2018/2/layout/IconVerticalSolidList"/>
    <dgm:cxn modelId="{9D6F3D03-5BA8-47C0-9B12-B0B00984727E}" type="presParOf" srcId="{CCB5F004-2C28-4569-AEFB-7B24D1D233D4}" destId="{A30294F6-964D-4422-980B-632B2F229CE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74B189-72DD-4036-8E2F-4F7CC527DA28}">
      <dsp:nvSpPr>
        <dsp:cNvPr id="0" name=""/>
        <dsp:cNvSpPr/>
      </dsp:nvSpPr>
      <dsp:spPr>
        <a:xfrm>
          <a:off x="3214" y="160662"/>
          <a:ext cx="2550318" cy="1530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kern="1200"/>
            <a:t>Permettre la connexion entre les vlans des sites</a:t>
          </a:r>
          <a:endParaRPr lang="en-US" sz="2100" kern="1200"/>
        </a:p>
      </dsp:txBody>
      <dsp:txXfrm>
        <a:off x="3214" y="160662"/>
        <a:ext cx="2550318" cy="1530191"/>
      </dsp:txXfrm>
    </dsp:sp>
    <dsp:sp modelId="{1587EF1D-8511-4A92-97B4-799FE84FF9D9}">
      <dsp:nvSpPr>
        <dsp:cNvPr id="0" name=""/>
        <dsp:cNvSpPr/>
      </dsp:nvSpPr>
      <dsp:spPr>
        <a:xfrm>
          <a:off x="2808565" y="160662"/>
          <a:ext cx="2550318" cy="1530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kern="1200"/>
            <a:t>Permettre la connexion sans fils au employe et guests</a:t>
          </a:r>
          <a:endParaRPr lang="en-US" sz="2100" kern="1200"/>
        </a:p>
      </dsp:txBody>
      <dsp:txXfrm>
        <a:off x="2808565" y="160662"/>
        <a:ext cx="2550318" cy="1530191"/>
      </dsp:txXfrm>
    </dsp:sp>
    <dsp:sp modelId="{9906B57E-C79D-4C5C-96EF-D24D1761ACB3}">
      <dsp:nvSpPr>
        <dsp:cNvPr id="0" name=""/>
        <dsp:cNvSpPr/>
      </dsp:nvSpPr>
      <dsp:spPr>
        <a:xfrm>
          <a:off x="5613915" y="160662"/>
          <a:ext cx="2550318" cy="1530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kern="1200"/>
            <a:t>Arriver a se connecter au équipement informatique grâce au ssh</a:t>
          </a:r>
          <a:endParaRPr lang="en-US" sz="2100" kern="1200"/>
        </a:p>
      </dsp:txBody>
      <dsp:txXfrm>
        <a:off x="5613915" y="160662"/>
        <a:ext cx="2550318" cy="1530191"/>
      </dsp:txXfrm>
    </dsp:sp>
    <dsp:sp modelId="{3855951B-5067-4F2E-AF46-5056BA082BD2}">
      <dsp:nvSpPr>
        <dsp:cNvPr id="0" name=""/>
        <dsp:cNvSpPr/>
      </dsp:nvSpPr>
      <dsp:spPr>
        <a:xfrm>
          <a:off x="8419266" y="160662"/>
          <a:ext cx="2550318" cy="1530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kern="1200"/>
            <a:t>Bloquer les guests a accéder au port SSH</a:t>
          </a:r>
          <a:endParaRPr lang="en-US" sz="2100" kern="1200"/>
        </a:p>
      </dsp:txBody>
      <dsp:txXfrm>
        <a:off x="8419266" y="160662"/>
        <a:ext cx="2550318" cy="1530191"/>
      </dsp:txXfrm>
    </dsp:sp>
    <dsp:sp modelId="{66890BF7-7115-4AC5-A716-17B8E9521778}">
      <dsp:nvSpPr>
        <dsp:cNvPr id="0" name=""/>
        <dsp:cNvSpPr/>
      </dsp:nvSpPr>
      <dsp:spPr>
        <a:xfrm>
          <a:off x="3214" y="1945885"/>
          <a:ext cx="2550318" cy="1530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kern="1200"/>
            <a:t>Sécuriser les communication des deux sites grâce a Protocole Ipsec</a:t>
          </a:r>
          <a:endParaRPr lang="en-US" sz="2100" kern="1200"/>
        </a:p>
      </dsp:txBody>
      <dsp:txXfrm>
        <a:off x="3214" y="1945885"/>
        <a:ext cx="2550318" cy="1530191"/>
      </dsp:txXfrm>
    </dsp:sp>
    <dsp:sp modelId="{F27A19EB-6DC8-4820-AFD2-EEF5DCF2B19C}">
      <dsp:nvSpPr>
        <dsp:cNvPr id="0" name=""/>
        <dsp:cNvSpPr/>
      </dsp:nvSpPr>
      <dsp:spPr>
        <a:xfrm>
          <a:off x="2808565" y="1945885"/>
          <a:ext cx="2550318" cy="1530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kern="1200"/>
            <a:t>Communication entre les deux sites grâce au gre</a:t>
          </a:r>
          <a:endParaRPr lang="en-US" sz="2100" kern="1200"/>
        </a:p>
      </dsp:txBody>
      <dsp:txXfrm>
        <a:off x="2808565" y="1945885"/>
        <a:ext cx="2550318" cy="1530191"/>
      </dsp:txXfrm>
    </dsp:sp>
    <dsp:sp modelId="{8B16438A-CB63-42B7-95C5-AABBDC5DECC4}">
      <dsp:nvSpPr>
        <dsp:cNvPr id="0" name=""/>
        <dsp:cNvSpPr/>
      </dsp:nvSpPr>
      <dsp:spPr>
        <a:xfrm>
          <a:off x="5613915" y="1945885"/>
          <a:ext cx="2550318" cy="1530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kern="1200"/>
            <a:t>Envoyer les fichiers config de chaque équipement infrormatique au TFTP</a:t>
          </a:r>
          <a:endParaRPr lang="en-US" sz="2100" kern="1200"/>
        </a:p>
      </dsp:txBody>
      <dsp:txXfrm>
        <a:off x="5613915" y="1945885"/>
        <a:ext cx="2550318" cy="1530191"/>
      </dsp:txXfrm>
    </dsp:sp>
    <dsp:sp modelId="{CD5FDD2F-8A61-462B-8074-96DB333CF7A7}">
      <dsp:nvSpPr>
        <dsp:cNvPr id="0" name=""/>
        <dsp:cNvSpPr/>
      </dsp:nvSpPr>
      <dsp:spPr>
        <a:xfrm>
          <a:off x="8419266" y="1945885"/>
          <a:ext cx="2550318" cy="15301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fr-FR" sz="2100" kern="1200"/>
            <a:t>Accès a internet </a:t>
          </a:r>
          <a:endParaRPr lang="en-US" sz="2100" kern="1200"/>
        </a:p>
      </dsp:txBody>
      <dsp:txXfrm>
        <a:off x="8419266" y="1945885"/>
        <a:ext cx="2550318" cy="15301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F17CB1-B0C3-4C6D-A27E-9755105E7992}">
      <dsp:nvSpPr>
        <dsp:cNvPr id="0" name=""/>
        <dsp:cNvSpPr/>
      </dsp:nvSpPr>
      <dsp:spPr>
        <a:xfrm>
          <a:off x="0" y="407514"/>
          <a:ext cx="6787747" cy="45344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MA" sz="1200" kern="1200"/>
            <a:t>Dans ce projet , pour chaque site il y’a 4 vlans qui sont </a:t>
          </a:r>
          <a:endParaRPr lang="en-US" sz="1200" kern="1200"/>
        </a:p>
      </dsp:txBody>
      <dsp:txXfrm>
        <a:off x="22136" y="429650"/>
        <a:ext cx="6743475" cy="409176"/>
      </dsp:txXfrm>
    </dsp:sp>
    <dsp:sp modelId="{8F73D8B6-4B78-42B0-8133-487B6FC92C0F}">
      <dsp:nvSpPr>
        <dsp:cNvPr id="0" name=""/>
        <dsp:cNvSpPr/>
      </dsp:nvSpPr>
      <dsp:spPr>
        <a:xfrm>
          <a:off x="0" y="895522"/>
          <a:ext cx="6787747" cy="45344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MA" sz="1200" kern="1200"/>
            <a:t>Site 1 : Vlan40 (admins 192.168.40.0/24) est disponible que pour les equipement qui doivent être dans un réseau plus sécurisé pour éviter les accès non autoriser , il doivent être  isolé du reste .</a:t>
          </a:r>
          <a:endParaRPr lang="en-US" sz="1200" kern="1200"/>
        </a:p>
      </dsp:txBody>
      <dsp:txXfrm>
        <a:off x="22136" y="917658"/>
        <a:ext cx="6743475" cy="409176"/>
      </dsp:txXfrm>
    </dsp:sp>
    <dsp:sp modelId="{CA2D8DF8-6276-4358-A04D-D47BA372D239}">
      <dsp:nvSpPr>
        <dsp:cNvPr id="0" name=""/>
        <dsp:cNvSpPr/>
      </dsp:nvSpPr>
      <dsp:spPr>
        <a:xfrm>
          <a:off x="0" y="1383530"/>
          <a:ext cx="6787747" cy="45344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MA" sz="1200" kern="1200"/>
            <a:t>Vlan 50 (Workers /pc fixe 192.168.50.0/24) ce vlan est assigné au employés .</a:t>
          </a:r>
          <a:endParaRPr lang="en-US" sz="1200" kern="1200"/>
        </a:p>
      </dsp:txBody>
      <dsp:txXfrm>
        <a:off x="22136" y="1405666"/>
        <a:ext cx="6743475" cy="409176"/>
      </dsp:txXfrm>
    </dsp:sp>
    <dsp:sp modelId="{466796F0-7534-4098-A041-C29528788649}">
      <dsp:nvSpPr>
        <dsp:cNvPr id="0" name=""/>
        <dsp:cNvSpPr/>
      </dsp:nvSpPr>
      <dsp:spPr>
        <a:xfrm>
          <a:off x="0" y="1871538"/>
          <a:ext cx="6787747" cy="45344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MA" sz="1200" kern="1200"/>
            <a:t>Vlan 60 (Guests/192.168.60.0/24) Avec sécurité WPA2-PSK ce réseau est réservé au visiteur . (non autorisé au port ssh 22)</a:t>
          </a:r>
          <a:endParaRPr lang="en-US" sz="1200" kern="1200"/>
        </a:p>
      </dsp:txBody>
      <dsp:txXfrm>
        <a:off x="22136" y="1893674"/>
        <a:ext cx="6743475" cy="409176"/>
      </dsp:txXfrm>
    </dsp:sp>
    <dsp:sp modelId="{B20DA436-191D-413B-B2E1-560019306FD3}">
      <dsp:nvSpPr>
        <dsp:cNvPr id="0" name=""/>
        <dsp:cNvSpPr/>
      </dsp:nvSpPr>
      <dsp:spPr>
        <a:xfrm>
          <a:off x="0" y="2359546"/>
          <a:ext cx="6787747" cy="45344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MA" sz="1200" kern="1200"/>
            <a:t>Vlan 70 (wireless-worker : 192.168.70.0/24) avec sécurité AAA , ce réseau pour les employé qui veulent travailler avec leur wireless </a:t>
          </a:r>
          <a:endParaRPr lang="en-US" sz="1200" kern="1200"/>
        </a:p>
      </dsp:txBody>
      <dsp:txXfrm>
        <a:off x="22136" y="2381682"/>
        <a:ext cx="6743475" cy="409176"/>
      </dsp:txXfrm>
    </dsp:sp>
    <dsp:sp modelId="{F350F0F5-3753-441E-90BA-2BCD56585067}">
      <dsp:nvSpPr>
        <dsp:cNvPr id="0" name=""/>
        <dsp:cNvSpPr/>
      </dsp:nvSpPr>
      <dsp:spPr>
        <a:xfrm>
          <a:off x="0" y="2847554"/>
          <a:ext cx="6787747" cy="45344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MA" sz="1200" kern="1200"/>
            <a:t>Vlan 144 ( Voice:192.168.144.0/24) ce vlan est resérvé au VOIP IP phones .</a:t>
          </a:r>
          <a:endParaRPr lang="en-US" sz="1200" kern="1200"/>
        </a:p>
      </dsp:txBody>
      <dsp:txXfrm>
        <a:off x="22136" y="2869690"/>
        <a:ext cx="6743475" cy="4091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294888-E7A5-4E81-A0B9-ECF9B2BEB09E}">
      <dsp:nvSpPr>
        <dsp:cNvPr id="0" name=""/>
        <dsp:cNvSpPr/>
      </dsp:nvSpPr>
      <dsp:spPr>
        <a:xfrm>
          <a:off x="0" y="68253"/>
          <a:ext cx="6787747" cy="6844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fr-MA" sz="1300" kern="1200"/>
            <a:t>Site 2 : Vlan100 (admins 192.168.100.0/24) est disponible que pour les equipement qui doivent être dans un réseau plus sécurisé pour éviter les accès non autoriser , il doivent être  isolé du reste .(comme server , wlc ,AP)</a:t>
          </a:r>
          <a:endParaRPr lang="en-US" sz="1300" kern="1200"/>
        </a:p>
      </dsp:txBody>
      <dsp:txXfrm>
        <a:off x="33412" y="101665"/>
        <a:ext cx="6720923" cy="617626"/>
      </dsp:txXfrm>
    </dsp:sp>
    <dsp:sp modelId="{A7F95921-3681-4154-A6C9-365C8D719AEE}">
      <dsp:nvSpPr>
        <dsp:cNvPr id="0" name=""/>
        <dsp:cNvSpPr/>
      </dsp:nvSpPr>
      <dsp:spPr>
        <a:xfrm>
          <a:off x="0" y="790143"/>
          <a:ext cx="6787747" cy="6844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fr-MA" sz="1300" kern="1200"/>
            <a:t>Vlan 110 (Workers /pc fixe 192.168.110.0/24) ce vlan est assigné au employés .</a:t>
          </a:r>
          <a:endParaRPr lang="en-US" sz="1300" kern="1200"/>
        </a:p>
      </dsp:txBody>
      <dsp:txXfrm>
        <a:off x="33412" y="823555"/>
        <a:ext cx="6720923" cy="617626"/>
      </dsp:txXfrm>
    </dsp:sp>
    <dsp:sp modelId="{BDACFC6F-BB7D-4392-90B6-D1BB0B82F67A}">
      <dsp:nvSpPr>
        <dsp:cNvPr id="0" name=""/>
        <dsp:cNvSpPr/>
      </dsp:nvSpPr>
      <dsp:spPr>
        <a:xfrm>
          <a:off x="0" y="1512033"/>
          <a:ext cx="6787747" cy="6844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fr-MA" sz="1300" kern="1200"/>
            <a:t>Vlan 120 (Guests/192.168.120.0/24) Avec sécurité WPA2-PSK ce réseau est réservé au visiteur . (non autorisé au port ssh 22)</a:t>
          </a:r>
          <a:endParaRPr lang="en-US" sz="1300" kern="1200"/>
        </a:p>
      </dsp:txBody>
      <dsp:txXfrm>
        <a:off x="33412" y="1545445"/>
        <a:ext cx="6720923" cy="617626"/>
      </dsp:txXfrm>
    </dsp:sp>
    <dsp:sp modelId="{FAF58042-B4CA-4EF6-8F42-A1D6E6271634}">
      <dsp:nvSpPr>
        <dsp:cNvPr id="0" name=""/>
        <dsp:cNvSpPr/>
      </dsp:nvSpPr>
      <dsp:spPr>
        <a:xfrm>
          <a:off x="0" y="2233923"/>
          <a:ext cx="6787747" cy="6844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fr-MA" sz="1300" kern="1200"/>
            <a:t>Vlan 140 (wireless-worker : 192.168.140.0/24) avec sécurité AAA , ce réseau pour les employé qui veulent travailler avec leur wireless </a:t>
          </a:r>
          <a:endParaRPr lang="en-US" sz="1300" kern="1200"/>
        </a:p>
      </dsp:txBody>
      <dsp:txXfrm>
        <a:off x="33412" y="2267335"/>
        <a:ext cx="6720923" cy="617626"/>
      </dsp:txXfrm>
    </dsp:sp>
    <dsp:sp modelId="{06079985-FD23-4644-BBFC-96F1DE45BB06}">
      <dsp:nvSpPr>
        <dsp:cNvPr id="0" name=""/>
        <dsp:cNvSpPr/>
      </dsp:nvSpPr>
      <dsp:spPr>
        <a:xfrm>
          <a:off x="0" y="2955813"/>
          <a:ext cx="6787747" cy="6844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fr-MA" sz="1300" kern="1200"/>
            <a:t>Vlan 144 ( Voice:192.168.144.0/24) ce vlan est resérvé au VOIP IP phones .</a:t>
          </a:r>
          <a:endParaRPr lang="en-US" sz="1300" kern="1200"/>
        </a:p>
      </dsp:txBody>
      <dsp:txXfrm>
        <a:off x="33412" y="2989225"/>
        <a:ext cx="6720923" cy="6176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0680C-EF77-4F35-9562-A95361D78BEB}">
      <dsp:nvSpPr>
        <dsp:cNvPr id="0" name=""/>
        <dsp:cNvSpPr/>
      </dsp:nvSpPr>
      <dsp:spPr>
        <a:xfrm>
          <a:off x="0" y="590970"/>
          <a:ext cx="10972800" cy="109102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238743-F6E3-4D0E-AAE3-DBA3D001339F}">
      <dsp:nvSpPr>
        <dsp:cNvPr id="0" name=""/>
        <dsp:cNvSpPr/>
      </dsp:nvSpPr>
      <dsp:spPr>
        <a:xfrm>
          <a:off x="330034" y="836450"/>
          <a:ext cx="600062" cy="600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1F63C6-9F05-422E-8E5E-4533E5FDB911}">
      <dsp:nvSpPr>
        <dsp:cNvPr id="0" name=""/>
        <dsp:cNvSpPr/>
      </dsp:nvSpPr>
      <dsp:spPr>
        <a:xfrm>
          <a:off x="1260130" y="590970"/>
          <a:ext cx="9712669" cy="1091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466" tIns="115466" rIns="115466" bIns="115466" numCol="1" spcCol="1270" anchor="ctr" anchorCtr="0">
          <a:noAutofit/>
        </a:bodyPr>
        <a:lstStyle/>
        <a:p>
          <a:pPr marL="0" lvl="0" indent="0" algn="l" defTabSz="1111250">
            <a:lnSpc>
              <a:spcPct val="90000"/>
            </a:lnSpc>
            <a:spcBef>
              <a:spcPct val="0"/>
            </a:spcBef>
            <a:spcAft>
              <a:spcPct val="35000"/>
            </a:spcAft>
            <a:buNone/>
          </a:pPr>
          <a:r>
            <a:rPr lang="en-US" sz="2500" b="1" i="0" kern="1200" dirty="0">
              <a:solidFill>
                <a:srgbClr val="FF0000"/>
              </a:solidFill>
            </a:rPr>
            <a:t>On a </a:t>
          </a:r>
          <a:r>
            <a:rPr lang="en-US" sz="2500" b="1" i="0" kern="1200" dirty="0" err="1">
              <a:solidFill>
                <a:srgbClr val="FF0000"/>
              </a:solidFill>
            </a:rPr>
            <a:t>implementé</a:t>
          </a:r>
          <a:r>
            <a:rPr lang="en-US" sz="2500" b="1" i="0" kern="1200" dirty="0">
              <a:solidFill>
                <a:srgbClr val="FF0000"/>
              </a:solidFill>
            </a:rPr>
            <a:t> Le </a:t>
          </a:r>
          <a:r>
            <a:rPr lang="en-US" sz="2500" b="1" i="0" kern="1200" dirty="0" err="1">
              <a:solidFill>
                <a:srgbClr val="FF0000"/>
              </a:solidFill>
            </a:rPr>
            <a:t>serveur</a:t>
          </a:r>
          <a:r>
            <a:rPr lang="en-US" sz="2500" b="1" i="0" kern="1200" dirty="0">
              <a:solidFill>
                <a:srgbClr val="FF0000"/>
              </a:solidFill>
            </a:rPr>
            <a:t> radius pour controller access a </a:t>
          </a:r>
          <a:r>
            <a:rPr lang="en-US" sz="2500" b="1" i="0" kern="1200" dirty="0" err="1">
              <a:solidFill>
                <a:srgbClr val="FF0000"/>
              </a:solidFill>
            </a:rPr>
            <a:t>notre</a:t>
          </a:r>
          <a:r>
            <a:rPr lang="en-US" sz="2500" b="1" i="0" kern="1200" dirty="0">
              <a:solidFill>
                <a:srgbClr val="FF0000"/>
              </a:solidFill>
            </a:rPr>
            <a:t> equipment et les </a:t>
          </a:r>
          <a:r>
            <a:rPr lang="en-US" sz="2500" b="1" i="0" kern="1200" dirty="0" err="1">
              <a:solidFill>
                <a:srgbClr val="FF0000"/>
              </a:solidFill>
            </a:rPr>
            <a:t>suivre</a:t>
          </a:r>
          <a:r>
            <a:rPr lang="en-US" sz="2500" b="1" i="0" kern="1200" dirty="0">
              <a:solidFill>
                <a:srgbClr val="FF0000"/>
              </a:solidFill>
            </a:rPr>
            <a:t> au </a:t>
          </a:r>
          <a:r>
            <a:rPr lang="en-US" sz="2500" b="1" i="0" kern="1200" dirty="0" err="1">
              <a:solidFill>
                <a:srgbClr val="FF0000"/>
              </a:solidFill>
            </a:rPr>
            <a:t>cas</a:t>
          </a:r>
          <a:r>
            <a:rPr lang="en-US" sz="2500" b="1" i="0" kern="1200" dirty="0">
              <a:solidFill>
                <a:srgbClr val="FF0000"/>
              </a:solidFill>
            </a:rPr>
            <a:t> </a:t>
          </a:r>
          <a:r>
            <a:rPr lang="en-US" sz="2500" b="1" i="0" kern="1200" dirty="0" err="1">
              <a:solidFill>
                <a:srgbClr val="FF0000"/>
              </a:solidFill>
            </a:rPr>
            <a:t>d’une</a:t>
          </a:r>
          <a:r>
            <a:rPr lang="en-US" sz="2500" b="1" i="0" kern="1200" dirty="0">
              <a:solidFill>
                <a:srgbClr val="FF0000"/>
              </a:solidFill>
            </a:rPr>
            <a:t> intrusion .</a:t>
          </a:r>
          <a:endParaRPr lang="en-US" sz="2500" kern="1200" dirty="0">
            <a:solidFill>
              <a:srgbClr val="FF0000"/>
            </a:solidFill>
          </a:endParaRPr>
        </a:p>
      </dsp:txBody>
      <dsp:txXfrm>
        <a:off x="1260130" y="590970"/>
        <a:ext cx="9712669" cy="1091022"/>
      </dsp:txXfrm>
    </dsp:sp>
    <dsp:sp modelId="{A7983D3C-9E41-4647-806B-7FEE650CE634}">
      <dsp:nvSpPr>
        <dsp:cNvPr id="0" name=""/>
        <dsp:cNvSpPr/>
      </dsp:nvSpPr>
      <dsp:spPr>
        <a:xfrm>
          <a:off x="0" y="1954747"/>
          <a:ext cx="10972800" cy="109102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724097-F1CE-4B98-A6EB-8815C96A7BD9}">
      <dsp:nvSpPr>
        <dsp:cNvPr id="0" name=""/>
        <dsp:cNvSpPr/>
      </dsp:nvSpPr>
      <dsp:spPr>
        <a:xfrm>
          <a:off x="330034" y="2200227"/>
          <a:ext cx="600062" cy="600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0294F6-964D-4422-980B-632B2F229CE0}">
      <dsp:nvSpPr>
        <dsp:cNvPr id="0" name=""/>
        <dsp:cNvSpPr/>
      </dsp:nvSpPr>
      <dsp:spPr>
        <a:xfrm>
          <a:off x="1260130" y="1954747"/>
          <a:ext cx="9712669" cy="1091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466" tIns="115466" rIns="115466" bIns="115466" numCol="1" spcCol="1270" anchor="ctr" anchorCtr="0">
          <a:noAutofit/>
        </a:bodyPr>
        <a:lstStyle/>
        <a:p>
          <a:pPr marL="0" lvl="0" indent="0" algn="l" defTabSz="1111250">
            <a:lnSpc>
              <a:spcPct val="90000"/>
            </a:lnSpc>
            <a:spcBef>
              <a:spcPct val="0"/>
            </a:spcBef>
            <a:spcAft>
              <a:spcPct val="35000"/>
            </a:spcAft>
            <a:buNone/>
          </a:pPr>
          <a:r>
            <a:rPr lang="en-US" sz="2500" b="1" i="0" kern="1200" dirty="0">
              <a:solidFill>
                <a:srgbClr val="FF0000"/>
              </a:solidFill>
            </a:rPr>
            <a:t>Pour le guest on a pas </a:t>
          </a:r>
          <a:r>
            <a:rPr lang="en-US" sz="2500" b="1" i="0" kern="1200" dirty="0" err="1">
              <a:solidFill>
                <a:srgbClr val="FF0000"/>
              </a:solidFill>
            </a:rPr>
            <a:t>besoin</a:t>
          </a:r>
          <a:r>
            <a:rPr lang="en-US" sz="2500" b="1" i="0" kern="1200" dirty="0">
              <a:solidFill>
                <a:srgbClr val="FF0000"/>
              </a:solidFill>
            </a:rPr>
            <a:t> </a:t>
          </a:r>
          <a:r>
            <a:rPr lang="en-US" sz="2500" b="1" i="0" kern="1200" dirty="0" err="1">
              <a:solidFill>
                <a:srgbClr val="FF0000"/>
              </a:solidFill>
            </a:rPr>
            <a:t>d’une</a:t>
          </a:r>
          <a:r>
            <a:rPr lang="en-US" sz="2500" b="1" i="0" kern="1200" dirty="0">
              <a:solidFill>
                <a:srgbClr val="FF0000"/>
              </a:solidFill>
            </a:rPr>
            <a:t> haute </a:t>
          </a:r>
          <a:r>
            <a:rPr lang="en-US" sz="2500" b="1" i="0" kern="1200" dirty="0" err="1">
              <a:solidFill>
                <a:srgbClr val="FF0000"/>
              </a:solidFill>
            </a:rPr>
            <a:t>sécurité</a:t>
          </a:r>
          <a:r>
            <a:rPr lang="en-US" sz="2500" b="1" i="0" kern="1200" dirty="0">
              <a:solidFill>
                <a:srgbClr val="FF0000"/>
              </a:solidFill>
            </a:rPr>
            <a:t> car </a:t>
          </a:r>
          <a:r>
            <a:rPr lang="en-US" sz="2500" b="1" i="0" kern="1200" dirty="0" err="1">
              <a:solidFill>
                <a:srgbClr val="FF0000"/>
              </a:solidFill>
            </a:rPr>
            <a:t>c’un</a:t>
          </a:r>
          <a:r>
            <a:rPr lang="en-US" sz="2500" b="1" i="0" kern="1200" dirty="0"/>
            <a:t> réseau </a:t>
          </a:r>
          <a:r>
            <a:rPr lang="en-US" sz="2500" b="1" i="0" kern="1200" dirty="0" err="1">
              <a:solidFill>
                <a:srgbClr val="FF0000"/>
              </a:solidFill>
            </a:rPr>
            <a:t>isolé</a:t>
          </a:r>
          <a:r>
            <a:rPr lang="en-US" sz="2500" b="1" i="0" kern="1200" dirty="0">
              <a:solidFill>
                <a:srgbClr val="FF0000"/>
              </a:solidFill>
            </a:rPr>
            <a:t> des </a:t>
          </a:r>
          <a:r>
            <a:rPr lang="en-US" sz="2500" b="1" i="0" kern="1200" dirty="0" err="1">
              <a:solidFill>
                <a:srgbClr val="FF0000"/>
              </a:solidFill>
            </a:rPr>
            <a:t>équipement</a:t>
          </a:r>
          <a:r>
            <a:rPr lang="en-US" sz="2500" b="1" i="0" kern="1200" dirty="0">
              <a:solidFill>
                <a:srgbClr val="FF0000"/>
              </a:solidFill>
            </a:rPr>
            <a:t> important .</a:t>
          </a:r>
          <a:endParaRPr lang="en-US" sz="2500" kern="1200" dirty="0">
            <a:solidFill>
              <a:srgbClr val="FF0000"/>
            </a:solidFill>
          </a:endParaRPr>
        </a:p>
      </dsp:txBody>
      <dsp:txXfrm>
        <a:off x="1260130" y="1954747"/>
        <a:ext cx="9712669" cy="109102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E7829D4B-412A-499A-8D4F-B904ADB5D0BE}" type="datetime1">
              <a:rPr lang="fr-FR" smtClean="0"/>
              <a:t>11/04/2025</a:t>
            </a:fld>
            <a:endParaRPr lang="fr-FR" dirty="0"/>
          </a:p>
        </p:txBody>
      </p:sp>
      <p:sp>
        <p:nvSpPr>
          <p:cNvPr id="6" name="Espace réservé du numéro de diapositive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2C230DF-5933-439D-898F-38E9AC9BA688}" type="slidenum">
              <a:rPr lang="fr-FR" smtClean="0"/>
              <a:t>‹N°›</a:t>
            </a:fld>
            <a:endParaRPr lang="fr-FR" dirty="0"/>
          </a:p>
        </p:txBody>
      </p:sp>
      <p:sp>
        <p:nvSpPr>
          <p:cNvPr id="7" name="Espace réservé du pied de page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8" name="Espace réservé de l’en-tête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CCE360E1-1F2F-4ECC-8A8D-37670FD54F5F}" type="datetime1">
              <a:rPr lang="fr-FR" smtClean="0"/>
              <a:t>11/04/2025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A89C7E07-3C67-C64C-8DA0-0404F6303970}" type="slidenum">
              <a:rPr lang="fr-FR" smtClean="0"/>
              <a:t>‹N°›</a:t>
            </a:fld>
            <a:endParaRPr lang="fr-FR"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A89C7E07-3C67-C64C-8DA0-0404F6303970}" type="slidenum">
              <a:rPr lang="fr-FR" smtClean="0"/>
              <a:t>1</a:t>
            </a:fld>
            <a:endParaRPr lang="fr-FR"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A89C7E07-3C67-C64C-8DA0-0404F6303970}" type="slidenum">
              <a:rPr lang="fr-FR" smtClean="0"/>
              <a:t>2</a:t>
            </a:fld>
            <a:endParaRPr lang="fr-FR"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A89C7E07-3C67-C64C-8DA0-0404F6303970}" type="slidenum">
              <a:rPr lang="fr-FR" smtClean="0"/>
              <a:t>16</a:t>
            </a:fld>
            <a:endParaRPr lang="fr-FR"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1">
    <p:bg>
      <p:bgPr>
        <a:solidFill>
          <a:schemeClr val="tx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fr-FR" sz="6000" b="1" i="0" spc="100" baseline="0">
                <a:solidFill>
                  <a:schemeClr val="bg1"/>
                </a:solidFill>
                <a:latin typeface="+mj-lt"/>
              </a:defRPr>
            </a:lvl1pPr>
          </a:lstStyle>
          <a:p>
            <a:pPr rtl="0"/>
            <a:r>
              <a:rPr lang="fr-FR"/>
              <a:t>Cliquez pour ajouter un titre </a:t>
            </a:r>
          </a:p>
        </p:txBody>
      </p:sp>
      <p:grpSp>
        <p:nvGrpSpPr>
          <p:cNvPr id="9" name="Groupe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e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1" name="Forme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2" name="Forme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cxnSp>
        <p:nvCxnSpPr>
          <p:cNvPr id="13" name="Connecteur droit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rdre du jour 1">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Forme automatiqu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8" name="Forme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9" name="Forme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0" name="Forme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fr-FR"/>
              </a:defPPr>
            </a:lstStyle>
            <a:p>
              <a:pPr rtl="0"/>
              <a:endParaRPr lang="fr-FR" dirty="0"/>
            </a:p>
          </p:txBody>
        </p:sp>
        <p:sp>
          <p:nvSpPr>
            <p:cNvPr id="11" name="Forme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2" name="Titr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fr-FR" sz="4400" b="1" i="0" spc="50" baseline="0">
                <a:latin typeface="+mj-lt"/>
              </a:defRPr>
            </a:lvl1pPr>
          </a:lstStyle>
          <a:p>
            <a:pPr rtl="0"/>
            <a:r>
              <a:rPr lang="fr-FR"/>
              <a:t>Cliquez pour ajouter un titre </a:t>
            </a:r>
          </a:p>
        </p:txBody>
      </p:sp>
      <p:sp>
        <p:nvSpPr>
          <p:cNvPr id="2" name="Espace réservé du contenu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fr-FR" sz="2400" b="1" i="0" kern="1200" dirty="0">
                <a:solidFill>
                  <a:schemeClr val="tx2">
                    <a:lumMod val="75000"/>
                  </a:schemeClr>
                </a:solidFill>
                <a:latin typeface="+mn-lt"/>
                <a:ea typeface="+mn-ea"/>
                <a:cs typeface="+mn-cs"/>
              </a:defRPr>
            </a:lvl1pPr>
            <a:lvl2pPr indent="-283464">
              <a:spcBef>
                <a:spcPts val="600"/>
              </a:spcBef>
              <a:defRPr lang="fr-FR" sz="2000"/>
            </a:lvl2pPr>
            <a:lvl3pPr indent="-283464">
              <a:spcBef>
                <a:spcPts val="1800"/>
              </a:spcBef>
              <a:defRPr lang="fr-FR" sz="2000"/>
            </a:lvl3pPr>
            <a:lvl4pPr indent="-283464">
              <a:spcBef>
                <a:spcPts val="1800"/>
              </a:spcBef>
              <a:defRPr lang="fr-FR" sz="2000"/>
            </a:lvl4pPr>
            <a:lvl5pPr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3" name="Espace réservé du numéro de diapositive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42" name="Espace réservé de la date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fr-FR"/>
            </a:defPPr>
          </a:lstStyle>
          <a:p>
            <a:pPr rtl="0"/>
            <a:endParaRPr lang="fr-FR" dirty="0">
              <a:latin typeface="+mn-lt"/>
            </a:endParaRPr>
          </a:p>
        </p:txBody>
      </p:sp>
      <p:cxnSp>
        <p:nvCxnSpPr>
          <p:cNvPr id="4" name="Connecteur droit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la section">
    <p:bg>
      <p:bgPr>
        <a:solidFill>
          <a:schemeClr val="accent3"/>
        </a:solidFill>
        <a:effectLst/>
      </p:bgPr>
    </p:bg>
    <p:spTree>
      <p:nvGrpSpPr>
        <p:cNvPr id="1" name=""/>
        <p:cNvGrpSpPr/>
        <p:nvPr/>
      </p:nvGrpSpPr>
      <p:grpSpPr>
        <a:xfrm>
          <a:off x="0" y="0"/>
          <a:ext cx="0" cy="0"/>
          <a:chOff x="0" y="0"/>
          <a:chExt cx="0" cy="0"/>
        </a:xfrm>
      </p:grpSpPr>
      <p:sp>
        <p:nvSpPr>
          <p:cNvPr id="4" name="Espace réservé d’image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fr-FR" sz="2000">
                <a:solidFill>
                  <a:schemeClr val="tx1"/>
                </a:solidFill>
              </a:defRPr>
            </a:lvl1pPr>
          </a:lstStyle>
          <a:p>
            <a:pPr rtl="0"/>
            <a:r>
              <a:rPr lang="fr-FR"/>
              <a:t>Cliquez sur l'icône pour ajouter une image</a:t>
            </a:r>
          </a:p>
        </p:txBody>
      </p:sp>
      <p:sp>
        <p:nvSpPr>
          <p:cNvPr id="18" name="Titr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fr-FR" sz="6000" b="1" i="0" baseline="0">
                <a:solidFill>
                  <a:schemeClr val="tx1"/>
                </a:solidFill>
                <a:latin typeface="+mj-lt"/>
              </a:defRPr>
            </a:lvl1pPr>
          </a:lstStyle>
          <a:p>
            <a:pPr rtl="0"/>
            <a:r>
              <a:rPr lang="fr-FR"/>
              <a:t>Cliquez pour ajouter un titre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2">
    <p:bg>
      <p:bgPr>
        <a:solidFill>
          <a:schemeClr val="tx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fr-FR" sz="6000" b="1" i="0" spc="100" baseline="0">
                <a:solidFill>
                  <a:schemeClr val="bg1"/>
                </a:solidFill>
                <a:latin typeface="+mj-lt"/>
              </a:defRPr>
            </a:lvl1pPr>
          </a:lstStyle>
          <a:p>
            <a:pPr rtl="0"/>
            <a:r>
              <a:rPr lang="fr-FR"/>
              <a:t>Cliquez pour ajouter un titre </a:t>
            </a:r>
          </a:p>
        </p:txBody>
      </p:sp>
      <p:sp>
        <p:nvSpPr>
          <p:cNvPr id="6" name="Espace réservé d’image 5">
            <a:extLst>
              <a:ext uri="{FF2B5EF4-FFF2-40B4-BE49-F238E27FC236}">
                <a16:creationId xmlns:a16="http://schemas.microsoft.com/office/drawing/2014/main" id="{A9973BC6-F6E5-0B3B-C8AB-0AC4020D4E8B}"/>
              </a:ext>
            </a:extLst>
          </p:cNvPr>
          <p:cNvSpPr>
            <a:spLocks noGrp="1"/>
          </p:cNvSpPr>
          <p:nvPr>
            <p:ph type="pic" sz="quarter" idx="12" hasCustomPrompt="1"/>
          </p:nvPr>
        </p:nvSpPr>
        <p:spPr>
          <a:xfrm>
            <a:off x="0" y="-11113"/>
            <a:ext cx="5791200" cy="6880226"/>
          </a:xfrm>
        </p:spPr>
        <p:txBody>
          <a:bodyPr rtlCol="0">
            <a:normAutofit/>
          </a:bodyPr>
          <a:lstStyle>
            <a:lvl1pPr marL="0" indent="0" algn="ctr">
              <a:buNone/>
              <a:defRPr lang="fr-FR" sz="2000"/>
            </a:lvl1pPr>
          </a:lstStyle>
          <a:p>
            <a:pPr rtl="0"/>
            <a:r>
              <a:rPr lang="fr-FR" dirty="0"/>
              <a:t>Cliquez sur l’icône pour ajouter une image</a:t>
            </a:r>
          </a:p>
        </p:txBody>
      </p:sp>
      <p:sp>
        <p:nvSpPr>
          <p:cNvPr id="18" name="Espace réservé du texte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fr-FR" sz="2400" b="1" i="0">
                <a:solidFill>
                  <a:schemeClr val="tx2">
                    <a:lumMod val="75000"/>
                  </a:schemeClr>
                </a:solidFill>
                <a:latin typeface="+mn-lt"/>
              </a:defRPr>
            </a:lvl1pPr>
            <a:lvl2pPr>
              <a:defRPr lang="fr-FR" sz="4000"/>
            </a:lvl2pPr>
            <a:lvl3pPr>
              <a:defRPr lang="fr-FR" sz="4000"/>
            </a:lvl3pPr>
            <a:lvl4pPr>
              <a:defRPr lang="fr-FR" sz="4000"/>
            </a:lvl4pPr>
            <a:lvl5pPr>
              <a:defRPr lang="fr-FR" sz="4000"/>
            </a:lvl5pPr>
          </a:lstStyle>
          <a:p>
            <a:pPr lvl="0" rtl="0"/>
            <a:r>
              <a:rPr lang="fr-FR"/>
              <a:t>Cliquer pour ajouter du texte</a:t>
            </a:r>
          </a:p>
        </p:txBody>
      </p:sp>
      <p:cxnSp>
        <p:nvCxnSpPr>
          <p:cNvPr id="7" name="Connecteur droit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ésumé 2">
    <p:bg>
      <p:bgPr>
        <a:solidFill>
          <a:schemeClr val="tx1"/>
        </a:solidFill>
        <a:effectLst/>
      </p:bgPr>
    </p:bg>
    <p:spTree>
      <p:nvGrpSpPr>
        <p:cNvPr id="1" name=""/>
        <p:cNvGrpSpPr/>
        <p:nvPr/>
      </p:nvGrpSpPr>
      <p:grpSpPr>
        <a:xfrm>
          <a:off x="0" y="0"/>
          <a:ext cx="0" cy="0"/>
          <a:chOff x="0" y="0"/>
          <a:chExt cx="0" cy="0"/>
        </a:xfrm>
      </p:grpSpPr>
      <p:cxnSp>
        <p:nvCxnSpPr>
          <p:cNvPr id="9" name="Connecteur droit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e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orme libre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2" name="Forme libre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3" name="Forme libre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32" name="Titr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fr-FR" sz="4400" b="1" i="0">
                <a:latin typeface="+mj-lt"/>
              </a:defRPr>
            </a:lvl1pPr>
          </a:lstStyle>
          <a:p>
            <a:pPr rtl="0"/>
            <a:r>
              <a:rPr lang="fr-FR"/>
              <a:t>Cliquez pour ajouter un titre </a:t>
            </a:r>
          </a:p>
        </p:txBody>
      </p:sp>
      <p:sp>
        <p:nvSpPr>
          <p:cNvPr id="2" name="Espace réservé du contenu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fr-FR" sz="2000"/>
            </a:lvl1pPr>
            <a:lvl2pPr indent="-283464">
              <a:spcBef>
                <a:spcPts val="1800"/>
              </a:spcBef>
              <a:defRPr lang="fr-FR" sz="2000"/>
            </a:lvl2pPr>
            <a:lvl3pPr indent="-283464">
              <a:spcBef>
                <a:spcPts val="1800"/>
              </a:spcBef>
              <a:defRPr lang="fr-FR" sz="2000"/>
            </a:lvl3pPr>
            <a:lvl4pPr indent="-283464">
              <a:spcBef>
                <a:spcPts val="1800"/>
              </a:spcBef>
              <a:defRPr lang="fr-FR" sz="2000"/>
            </a:lvl4pPr>
            <a:lvl5pPr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8" name="Espace réservé du numéro de diapositive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5" name="Espace réservé de la date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fr-FR"/>
            </a:defPPr>
          </a:lstStyle>
          <a:p>
            <a:pPr rtl="0"/>
            <a:endParaRPr lang="fr-FR"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p:bg>
      <p:bgPr>
        <a:solidFill>
          <a:schemeClr val="tx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fr-FR" sz="6000" b="1" i="0" spc="100" baseline="0">
                <a:solidFill>
                  <a:schemeClr val="bg1"/>
                </a:solidFill>
                <a:latin typeface="+mj-lt"/>
              </a:defRPr>
            </a:lvl1pPr>
          </a:lstStyle>
          <a:p>
            <a:pPr rtl="0"/>
            <a:r>
              <a:rPr lang="fr-FR"/>
              <a:t>Cliquez pour ajouter un titre </a:t>
            </a:r>
          </a:p>
        </p:txBody>
      </p:sp>
      <p:grpSp>
        <p:nvGrpSpPr>
          <p:cNvPr id="9" name="Groupe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e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1" name="Forme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2" name="Forme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cxnSp>
        <p:nvCxnSpPr>
          <p:cNvPr id="13" name="Connecteur droit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Espace réservé du texte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fr-FR" sz="2400" b="1" i="0">
                <a:solidFill>
                  <a:schemeClr val="tx2">
                    <a:lumMod val="75000"/>
                  </a:schemeClr>
                </a:solidFill>
                <a:latin typeface="+mn-lt"/>
              </a:defRPr>
            </a:lvl1pPr>
            <a:lvl2pPr>
              <a:defRPr lang="fr-FR" sz="4000"/>
            </a:lvl2pPr>
            <a:lvl3pPr>
              <a:defRPr lang="fr-FR" sz="4000"/>
            </a:lvl3pPr>
            <a:lvl4pPr>
              <a:defRPr lang="fr-FR" sz="4000"/>
            </a:lvl4pPr>
            <a:lvl5pPr>
              <a:defRPr lang="fr-FR" sz="4000"/>
            </a:lvl5pPr>
          </a:lstStyle>
          <a:p>
            <a:pPr lvl="0" rtl="0"/>
            <a:r>
              <a:rPr lang="fr-FR"/>
              <a:t>Cliquer pour ajouter du texte</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deux contenus 2">
    <p:bg>
      <p:bgPr>
        <a:solidFill>
          <a:schemeClr val="tx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e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3" name="Forme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4" name="Forme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sp>
        <p:nvSpPr>
          <p:cNvPr id="2" name="Espace réservé du contenu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fr-FR" sz="2000"/>
            </a:lvl1pPr>
            <a:lvl2pPr marL="283464" indent="-283464">
              <a:spcBef>
                <a:spcPts val="1800"/>
              </a:spcBef>
              <a:defRPr lang="fr-FR" sz="2000"/>
            </a:lvl2pPr>
            <a:lvl3pPr marL="594360" indent="-283464">
              <a:spcBef>
                <a:spcPts val="1800"/>
              </a:spcBef>
              <a:defRPr lang="fr-FR" sz="2000"/>
            </a:lvl3pPr>
            <a:lvl4pPr marL="822960" indent="-283464">
              <a:spcBef>
                <a:spcPts val="1800"/>
              </a:spcBef>
              <a:defRPr lang="fr-FR" sz="2000"/>
            </a:lvl4pPr>
            <a:lvl5pPr marL="1005840"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3" name="Espace réservé du contenu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fr-FR" sz="2000"/>
            </a:lvl1pPr>
            <a:lvl2pPr marL="283464" indent="-283464">
              <a:spcBef>
                <a:spcPts val="1800"/>
              </a:spcBef>
              <a:defRPr lang="fr-FR" sz="2000"/>
            </a:lvl2pPr>
            <a:lvl3pPr marL="548640" indent="-283464">
              <a:spcBef>
                <a:spcPts val="1800"/>
              </a:spcBef>
              <a:defRPr lang="fr-FR" sz="2000"/>
            </a:lvl3pPr>
            <a:lvl4pPr marL="822960" indent="-283464">
              <a:spcBef>
                <a:spcPts val="1800"/>
              </a:spcBef>
              <a:defRPr lang="fr-FR" sz="2000"/>
            </a:lvl4pPr>
            <a:lvl5pPr marL="1005840"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et contenu ">
    <p:bg>
      <p:bgPr>
        <a:solidFill>
          <a:schemeClr val="tx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Forme automatiqu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3" name="Forme libre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4" name="Forme libre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8" name="Forme libre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fr-FR"/>
              </a:defPPr>
            </a:lstStyle>
            <a:p>
              <a:pPr rtl="0"/>
              <a:endParaRPr lang="fr-FR" dirty="0"/>
            </a:p>
          </p:txBody>
        </p:sp>
        <p:sp>
          <p:nvSpPr>
            <p:cNvPr id="19" name="Forme libre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Espace réservé du contenu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fr-FR" sz="2000"/>
            </a:lvl1pPr>
            <a:lvl2pPr marL="914400" indent="-457200">
              <a:spcBef>
                <a:spcPts val="1800"/>
              </a:spcBef>
              <a:buFont typeface="+mj-lt"/>
              <a:buAutoNum type="alphaLcPeriod"/>
              <a:defRPr lang="fr-FR" sz="2000"/>
            </a:lvl2pPr>
            <a:lvl3pPr marL="1371600" indent="-457200">
              <a:spcBef>
                <a:spcPts val="1800"/>
              </a:spcBef>
              <a:buFont typeface="+mj-lt"/>
              <a:buAutoNum type="arabicParenR"/>
              <a:defRPr lang="fr-FR" sz="2000"/>
            </a:lvl3pPr>
            <a:lvl4pPr marL="1371600" indent="0">
              <a:spcBef>
                <a:spcPts val="1800"/>
              </a:spcBef>
              <a:buFont typeface="+mj-lt"/>
              <a:buNone/>
              <a:defRPr lang="fr-FR" sz="2000"/>
            </a:lvl4pPr>
            <a:lvl5pPr marL="2286000" indent="-457200">
              <a:spcBef>
                <a:spcPts val="1800"/>
              </a:spcBef>
              <a:buFont typeface="+mj-lt"/>
              <a:buAutoNum type="arabicPeriod"/>
              <a:defRPr lang="fr-FR" sz="2000"/>
            </a:lvl5pPr>
          </a:lstStyle>
          <a:p>
            <a:pPr lvl="0" rtl="0"/>
            <a:r>
              <a:rPr lang="fr-FR"/>
              <a:t>Cliquer pour ajouter du contenu</a:t>
            </a:r>
          </a:p>
          <a:p>
            <a:pPr lvl="1" rtl="0"/>
            <a:r>
              <a:rPr lang="fr-FR"/>
              <a:t>Deuxième niveau</a:t>
            </a:r>
          </a:p>
          <a:p>
            <a:pPr lvl="2" rtl="0"/>
            <a:r>
              <a:rPr lang="fr-FR"/>
              <a:t>Troisième niveau</a:t>
            </a:r>
          </a:p>
          <a:p>
            <a:pPr lvl="3" rtl="0"/>
            <a:endParaRPr lang="fr-FR" dirty="0"/>
          </a:p>
        </p:txBody>
      </p:sp>
      <p:sp>
        <p:nvSpPr>
          <p:cNvPr id="2" name="Espace réservé du contenu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fr-FR" sz="2000"/>
            </a:lvl1pPr>
            <a:lvl2pPr marL="283464" indent="-283464">
              <a:spcBef>
                <a:spcPts val="1800"/>
              </a:spcBef>
              <a:defRPr lang="fr-FR" sz="2000"/>
            </a:lvl2pPr>
            <a:lvl3pPr marL="548640" indent="-283464">
              <a:spcBef>
                <a:spcPts val="1800"/>
              </a:spcBef>
              <a:defRPr lang="fr-FR" sz="2000"/>
            </a:lvl3pPr>
            <a:lvl4pPr marL="822960" indent="-283464">
              <a:spcBef>
                <a:spcPts val="1800"/>
              </a:spcBef>
              <a:defRPr lang="fr-FR" sz="2000"/>
            </a:lvl4pPr>
            <a:lvl5pPr marL="1005840"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p:bg>
      <p:bgPr>
        <a:solidFill>
          <a:schemeClr val="tx1"/>
        </a:solidFill>
        <a:effectLst/>
      </p:bgPr>
    </p:bg>
    <p:spTree>
      <p:nvGrpSpPr>
        <p:cNvPr id="1" name=""/>
        <p:cNvGrpSpPr/>
        <p:nvPr/>
      </p:nvGrpSpPr>
      <p:grpSpPr>
        <a:xfrm>
          <a:off x="0" y="0"/>
          <a:ext cx="0" cy="0"/>
          <a:chOff x="0" y="0"/>
          <a:chExt cx="0" cy="0"/>
        </a:xfrm>
      </p:grpSpPr>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sp>
        <p:nvSpPr>
          <p:cNvPr id="3" name="Espace réservé du contenu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fr-FR" sz="2000"/>
            </a:lvl1pPr>
            <a:lvl2pPr indent="-283464">
              <a:spcBef>
                <a:spcPts val="1800"/>
              </a:spcBef>
              <a:defRPr lang="fr-FR" sz="2000"/>
            </a:lvl2pPr>
            <a:lvl3pPr indent="-283464">
              <a:spcBef>
                <a:spcPts val="1800"/>
              </a:spcBef>
              <a:defRPr lang="fr-FR" sz="2000"/>
            </a:lvl3pPr>
            <a:lvl4pPr indent="-283464">
              <a:spcBef>
                <a:spcPts val="1800"/>
              </a:spcBef>
              <a:defRPr lang="fr-FR" sz="2000"/>
            </a:lvl4pPr>
            <a:lvl5pPr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Espace réservé d’image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fr-FR" sz="2000">
                <a:solidFill>
                  <a:schemeClr val="bg1"/>
                </a:solidFill>
              </a:defRPr>
            </a:lvl1pPr>
          </a:lstStyle>
          <a:p>
            <a:pPr rtl="0"/>
            <a:r>
              <a:rPr lang="fr-FR"/>
              <a:t>Cliquez sur l'icône pour ajouter une image</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contenu et tableau">
    <p:bg>
      <p:bgPr>
        <a:solidFill>
          <a:schemeClr val="tx1"/>
        </a:solidFill>
        <a:effectLst/>
      </p:bgPr>
    </p:bg>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orme libre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5" name="Forme libre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7" name="Forme libre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Espace réservé du contenu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fr-FR" sz="2000"/>
            </a:lvl1pPr>
            <a:lvl2pPr marL="457200" indent="0">
              <a:spcBef>
                <a:spcPts val="1800"/>
              </a:spcBef>
              <a:buNone/>
              <a:defRPr lang="fr-FR" sz="2000"/>
            </a:lvl2pPr>
            <a:lvl3pPr marL="914400" indent="0">
              <a:spcBef>
                <a:spcPts val="1800"/>
              </a:spcBef>
              <a:buNone/>
              <a:defRPr lang="fr-FR" sz="2000"/>
            </a:lvl3pPr>
            <a:lvl4pPr marL="1371600" indent="0">
              <a:spcBef>
                <a:spcPts val="1800"/>
              </a:spcBef>
              <a:buNone/>
              <a:defRPr lang="fr-FR" sz="2000"/>
            </a:lvl4pPr>
            <a:lvl5pPr marL="1828800" indent="0">
              <a:spcBef>
                <a:spcPts val="1800"/>
              </a:spcBef>
              <a:buNone/>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6" name="Espace réservé du contenu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fr-FR" sz="2000"/>
            </a:lvl1pPr>
            <a:lvl2pPr>
              <a:spcBef>
                <a:spcPts val="600"/>
              </a:spcBef>
              <a:defRPr lang="fr-FR" sz="2000"/>
            </a:lvl2pPr>
            <a:lvl3pPr>
              <a:spcBef>
                <a:spcPts val="1800"/>
              </a:spcBef>
              <a:defRPr lang="fr-FR" sz="2000"/>
            </a:lvl3pPr>
            <a:lvl4pPr>
              <a:spcBef>
                <a:spcPts val="1800"/>
              </a:spcBef>
              <a:defRPr lang="fr-FR" sz="2000"/>
            </a:lvl4pPr>
            <a:lvl5pPr>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deux contenus">
    <p:bg>
      <p:bgPr>
        <a:solidFill>
          <a:schemeClr val="tx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e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3" name="Forme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4" name="Forme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Espace réservé du contenu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fr-FR" sz="2000"/>
            </a:lvl1pPr>
            <a:lvl2pPr>
              <a:spcBef>
                <a:spcPts val="600"/>
              </a:spcBef>
              <a:defRPr lang="fr-FR" sz="2000"/>
            </a:lvl2pPr>
            <a:lvl3pPr>
              <a:spcBef>
                <a:spcPts val="1800"/>
              </a:spcBef>
              <a:defRPr lang="fr-FR" sz="2000"/>
            </a:lvl3pPr>
            <a:lvl4pPr>
              <a:spcBef>
                <a:spcPts val="1800"/>
              </a:spcBef>
              <a:defRPr lang="fr-FR" sz="2000"/>
            </a:lvl4pPr>
            <a:lvl5pPr>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7" name="Espace réservé du contenu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fr-FR" sz="2000"/>
            </a:lvl1pPr>
            <a:lvl2pPr>
              <a:spcBef>
                <a:spcPts val="1800"/>
              </a:spcBef>
              <a:defRPr lang="fr-FR" sz="2000"/>
            </a:lvl2pPr>
            <a:lvl3pPr>
              <a:spcBef>
                <a:spcPts val="1800"/>
              </a:spcBef>
              <a:defRPr lang="fr-FR" sz="2000"/>
            </a:lvl3pPr>
            <a:lvl4pPr>
              <a:spcBef>
                <a:spcPts val="1800"/>
              </a:spcBef>
              <a:defRPr lang="fr-FR" sz="2000"/>
            </a:lvl4pPr>
            <a:lvl5pPr>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au 2">
    <p:bg>
      <p:bgPr>
        <a:solidFill>
          <a:schemeClr val="tx1"/>
        </a:solidFill>
        <a:effectLst/>
      </p:bgPr>
    </p:bg>
    <p:spTree>
      <p:nvGrpSpPr>
        <p:cNvPr id="1" name=""/>
        <p:cNvGrpSpPr/>
        <p:nvPr/>
      </p:nvGrpSpPr>
      <p:grpSpPr>
        <a:xfrm>
          <a:off x="0" y="0"/>
          <a:ext cx="0" cy="0"/>
          <a:chOff x="0" y="0"/>
          <a:chExt cx="0" cy="0"/>
        </a:xfrm>
      </p:grpSpPr>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sp>
        <p:nvSpPr>
          <p:cNvPr id="9" name="Espace réservé du tableau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fr-FR"/>
            </a:lvl1pPr>
          </a:lstStyle>
          <a:p>
            <a:pPr rtl="0"/>
            <a:r>
              <a:rPr lang="fr-FR"/>
              <a:t>Cliquez sur l'icône pour ajouter un tableau</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3">
    <p:bg>
      <p:bgPr>
        <a:solidFill>
          <a:schemeClr val="tx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fr-FR" sz="6000" b="1" i="0" spc="100" baseline="0">
                <a:solidFill>
                  <a:schemeClr val="bg1"/>
                </a:solidFill>
                <a:latin typeface="+mj-lt"/>
              </a:defRPr>
            </a:lvl1pPr>
          </a:lstStyle>
          <a:p>
            <a:pPr rtl="0"/>
            <a:r>
              <a:rPr lang="fr-FR"/>
              <a:t>Cliquez pour ajouter un titre </a:t>
            </a:r>
          </a:p>
        </p:txBody>
      </p:sp>
      <p:grpSp>
        <p:nvGrpSpPr>
          <p:cNvPr id="9" name="Groupe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orme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1" name="Forme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2" name="Forme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8" name="Espace réservé du texte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fr-FR" sz="2400" b="1" i="0">
                <a:solidFill>
                  <a:schemeClr val="tx2">
                    <a:lumMod val="75000"/>
                  </a:schemeClr>
                </a:solidFill>
                <a:latin typeface="+mn-lt"/>
              </a:defRPr>
            </a:lvl1pPr>
            <a:lvl2pPr>
              <a:defRPr lang="fr-FR" sz="4000"/>
            </a:lvl2pPr>
            <a:lvl3pPr>
              <a:defRPr lang="fr-FR" sz="4000"/>
            </a:lvl3pPr>
            <a:lvl4pPr>
              <a:defRPr lang="fr-FR" sz="4000"/>
            </a:lvl4pPr>
            <a:lvl5pPr>
              <a:defRPr lang="fr-FR" sz="4000"/>
            </a:lvl5pPr>
          </a:lstStyle>
          <a:p>
            <a:pPr lvl="0" rtl="0"/>
            <a:r>
              <a:rPr lang="fr-FR"/>
              <a:t>Cliquer pour ajouter du texte</a:t>
            </a:r>
          </a:p>
        </p:txBody>
      </p:sp>
      <p:cxnSp>
        <p:nvCxnSpPr>
          <p:cNvPr id="4" name="Connecteur droit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2" name="Espace réservé du titre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fr-FR"/>
            </a:defPPr>
          </a:lstStyle>
          <a:p>
            <a:pPr rtl="0"/>
            <a:r>
              <a:rPr lang="fr-FR"/>
              <a:t>Modifiez le style du titre</a:t>
            </a:r>
          </a:p>
        </p:txBody>
      </p:sp>
      <p:sp>
        <p:nvSpPr>
          <p:cNvPr id="30" name="Espace réservé de la date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fr-FR" sz="1100" b="0" i="0">
                <a:solidFill>
                  <a:schemeClr val="bg1"/>
                </a:solidFill>
                <a:latin typeface="+mn-lt"/>
              </a:defRPr>
            </a:lvl1pPr>
          </a:lstStyle>
          <a:p>
            <a:pPr rtl="0"/>
            <a:endParaRPr lang="fr-FR" dirty="0">
              <a:latin typeface="+mn-lt"/>
            </a:endParaRPr>
          </a:p>
        </p:txBody>
      </p:sp>
      <p:sp>
        <p:nvSpPr>
          <p:cNvPr id="32" name="Espace réservé du numéro de diapositive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fr-FR" sz="1100" b="1" i="0">
                <a:solidFill>
                  <a:schemeClr val="bg1"/>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lang="fr-FR" sz="4400" b="1" i="0" kern="1200" spc="100" baseline="0">
          <a:solidFill>
            <a:schemeClr val="bg1"/>
          </a:solidFill>
          <a:latin typeface="+mj-lt"/>
          <a:ea typeface="+mj-ea"/>
          <a:cs typeface="+mj-cs"/>
        </a:defRPr>
      </a:lvl1pPr>
      <a:lvl2pPr eaLnBrk="1" hangingPunct="1">
        <a:defRPr lang="fr-FR">
          <a:solidFill>
            <a:schemeClr val="tx2"/>
          </a:solidFill>
        </a:defRPr>
      </a:lvl2pPr>
      <a:lvl3pPr eaLnBrk="1" hangingPunct="1">
        <a:defRPr lang="fr-FR">
          <a:solidFill>
            <a:schemeClr val="tx2"/>
          </a:solidFill>
        </a:defRPr>
      </a:lvl3pPr>
      <a:lvl4pPr eaLnBrk="1" hangingPunct="1">
        <a:defRPr lang="fr-FR">
          <a:solidFill>
            <a:schemeClr val="tx2"/>
          </a:solidFill>
        </a:defRPr>
      </a:lvl4pPr>
      <a:lvl5pPr eaLnBrk="1" hangingPunct="1">
        <a:defRPr lang="fr-FR">
          <a:solidFill>
            <a:schemeClr val="tx2"/>
          </a:solidFill>
        </a:defRPr>
      </a:lvl5pPr>
      <a:lvl6pPr eaLnBrk="1" hangingPunct="1">
        <a:defRPr lang="fr-FR">
          <a:solidFill>
            <a:schemeClr val="tx2"/>
          </a:solidFill>
        </a:defRPr>
      </a:lvl6pPr>
      <a:lvl7pPr eaLnBrk="1" hangingPunct="1">
        <a:defRPr lang="fr-FR">
          <a:solidFill>
            <a:schemeClr val="tx2"/>
          </a:solidFill>
        </a:defRPr>
      </a:lvl7pPr>
      <a:lvl8pPr eaLnBrk="1" hangingPunct="1">
        <a:defRPr lang="fr-FR">
          <a:solidFill>
            <a:schemeClr val="tx2"/>
          </a:solidFill>
        </a:defRPr>
      </a:lvl8pPr>
      <a:lvl9pPr eaLnBrk="1" hangingPunct="1">
        <a:defRPr lang="fr-F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fr-F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fr-F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fr-F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fr-F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fr-F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rtlCol="0"/>
          <a:lstStyle>
            <a:defPPr>
              <a:defRPr lang="fr-FR"/>
            </a:defPPr>
          </a:lstStyle>
          <a:p>
            <a:pPr rtl="0"/>
            <a:r>
              <a:rPr lang="fr-FR" dirty="0"/>
              <a:t>Présentation de Projet Cisco</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30BF65-C84B-45C3-72CA-AFDA68851174}"/>
              </a:ext>
            </a:extLst>
          </p:cNvPr>
          <p:cNvSpPr>
            <a:spLocks noGrp="1"/>
          </p:cNvSpPr>
          <p:nvPr>
            <p:ph type="title"/>
          </p:nvPr>
        </p:nvSpPr>
        <p:spPr>
          <a:xfrm>
            <a:off x="594360" y="202400"/>
            <a:ext cx="10972800" cy="1570325"/>
          </a:xfrm>
        </p:spPr>
        <p:txBody>
          <a:bodyPr rtlCol="0" anchor="b">
            <a:normAutofit/>
          </a:bodyPr>
          <a:lstStyle>
            <a:defPPr>
              <a:defRPr lang="fr-FR"/>
            </a:defPPr>
          </a:lstStyle>
          <a:p>
            <a:pPr rtl="0"/>
            <a:r>
              <a:rPr lang="fr-FR" dirty="0"/>
              <a:t>Les buts de ce projet</a:t>
            </a:r>
          </a:p>
        </p:txBody>
      </p:sp>
      <p:graphicFrame>
        <p:nvGraphicFramePr>
          <p:cNvPr id="5" name="Espace réservé du texte 2">
            <a:extLst>
              <a:ext uri="{FF2B5EF4-FFF2-40B4-BE49-F238E27FC236}">
                <a16:creationId xmlns:a16="http://schemas.microsoft.com/office/drawing/2014/main" id="{4224C227-3E1D-48AD-AFDD-583AAF8A3E6F}"/>
              </a:ext>
            </a:extLst>
          </p:cNvPr>
          <p:cNvGraphicFramePr>
            <a:graphicFrameLocks noGrp="1"/>
          </p:cNvGraphicFramePr>
          <p:nvPr>
            <p:ph type="tbl" sz="quarter" idx="10"/>
            <p:extLst>
              <p:ext uri="{D42A27DB-BD31-4B8C-83A1-F6EECF244321}">
                <p14:modId xmlns:p14="http://schemas.microsoft.com/office/powerpoint/2010/main" val="767856948"/>
              </p:ext>
            </p:extLst>
          </p:nvPr>
        </p:nvGraphicFramePr>
        <p:xfrm>
          <a:off x="594360" y="2628629"/>
          <a:ext cx="10972800" cy="36367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0C01A9-AD6E-6E30-1D49-D713C5F1B550}"/>
              </a:ext>
            </a:extLst>
          </p:cNvPr>
          <p:cNvSpPr>
            <a:spLocks noGrp="1"/>
          </p:cNvSpPr>
          <p:nvPr>
            <p:ph type="title"/>
          </p:nvPr>
        </p:nvSpPr>
        <p:spPr>
          <a:xfrm>
            <a:off x="575310" y="278129"/>
            <a:ext cx="5063490" cy="2354026"/>
          </a:xfrm>
        </p:spPr>
        <p:txBody>
          <a:bodyPr anchor="b">
            <a:normAutofit/>
          </a:bodyPr>
          <a:lstStyle/>
          <a:p>
            <a:r>
              <a:rPr lang="fr-MA" dirty="0"/>
              <a:t>Introduction du Projet</a:t>
            </a:r>
          </a:p>
        </p:txBody>
      </p:sp>
      <p:sp>
        <p:nvSpPr>
          <p:cNvPr id="3" name="Espace réservé du contenu 2">
            <a:extLst>
              <a:ext uri="{FF2B5EF4-FFF2-40B4-BE49-F238E27FC236}">
                <a16:creationId xmlns:a16="http://schemas.microsoft.com/office/drawing/2014/main" id="{F7732B01-E7D0-227D-333F-1C073747ADA1}"/>
              </a:ext>
            </a:extLst>
          </p:cNvPr>
          <p:cNvSpPr>
            <a:spLocks noGrp="1"/>
          </p:cNvSpPr>
          <p:nvPr>
            <p:ph sz="quarter" idx="16"/>
          </p:nvPr>
        </p:nvSpPr>
        <p:spPr>
          <a:xfrm>
            <a:off x="594360" y="3279579"/>
            <a:ext cx="5044440" cy="2994415"/>
          </a:xfrm>
        </p:spPr>
        <p:txBody>
          <a:bodyPr>
            <a:normAutofit/>
          </a:bodyPr>
          <a:lstStyle/>
          <a:p>
            <a:r>
              <a:rPr lang="fr-MA" dirty="0"/>
              <a:t>Ce projet s’agit d’une petit entreprise qui vient ouvrir un nouveau département et veulent implémenter la même topologie réseau du premier département et surtout assurer la connectivité entre ces département et la sécurisation .</a:t>
            </a:r>
          </a:p>
          <a:p>
            <a:pPr marL="0" indent="0">
              <a:buNone/>
            </a:pPr>
            <a:endParaRPr lang="fr-MA" dirty="0"/>
          </a:p>
        </p:txBody>
      </p:sp>
      <p:pic>
        <p:nvPicPr>
          <p:cNvPr id="5" name="Picture 4" descr="Vue de dessus des cubes reliés par des lignes noires">
            <a:extLst>
              <a:ext uri="{FF2B5EF4-FFF2-40B4-BE49-F238E27FC236}">
                <a16:creationId xmlns:a16="http://schemas.microsoft.com/office/drawing/2014/main" id="{E35028F6-9B48-8821-7F68-674910CC33F6}"/>
              </a:ext>
            </a:extLst>
          </p:cNvPr>
          <p:cNvPicPr>
            <a:picLocks noChangeAspect="1"/>
          </p:cNvPicPr>
          <p:nvPr/>
        </p:nvPicPr>
        <p:blipFill>
          <a:blip r:embed="rId2"/>
          <a:srcRect l="21506" r="11584"/>
          <a:stretch/>
        </p:blipFill>
        <p:spPr>
          <a:xfrm>
            <a:off x="6096000" y="10"/>
            <a:ext cx="6118225" cy="6857990"/>
          </a:xfrm>
          <a:prstGeom prst="rect">
            <a:avLst/>
          </a:prstGeom>
          <a:noFill/>
        </p:spPr>
      </p:pic>
    </p:spTree>
    <p:extLst>
      <p:ext uri="{BB962C8B-B14F-4D97-AF65-F5344CB8AC3E}">
        <p14:creationId xmlns:p14="http://schemas.microsoft.com/office/powerpoint/2010/main" val="1332267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E8FB0E-2773-4521-ADC6-5D52EE001946}"/>
              </a:ext>
            </a:extLst>
          </p:cNvPr>
          <p:cNvSpPr>
            <a:spLocks noGrp="1"/>
          </p:cNvSpPr>
          <p:nvPr>
            <p:ph type="title"/>
          </p:nvPr>
        </p:nvSpPr>
        <p:spPr>
          <a:xfrm>
            <a:off x="594360" y="189572"/>
            <a:ext cx="6787747" cy="1593507"/>
          </a:xfrm>
        </p:spPr>
        <p:txBody>
          <a:bodyPr anchor="b">
            <a:normAutofit/>
          </a:bodyPr>
          <a:lstStyle/>
          <a:p>
            <a:r>
              <a:rPr lang="fr-MA" dirty="0"/>
              <a:t>PREMIER SITE</a:t>
            </a:r>
          </a:p>
        </p:txBody>
      </p:sp>
      <p:graphicFrame>
        <p:nvGraphicFramePr>
          <p:cNvPr id="7" name="Espace réservé du contenu 2">
            <a:extLst>
              <a:ext uri="{FF2B5EF4-FFF2-40B4-BE49-F238E27FC236}">
                <a16:creationId xmlns:a16="http://schemas.microsoft.com/office/drawing/2014/main" id="{73295DC3-C82D-488B-531D-AF8601D39A27}"/>
              </a:ext>
            </a:extLst>
          </p:cNvPr>
          <p:cNvGraphicFramePr>
            <a:graphicFrameLocks noGrp="1"/>
          </p:cNvGraphicFramePr>
          <p:nvPr>
            <p:ph sz="quarter" idx="13"/>
            <p:extLst>
              <p:ext uri="{D42A27DB-BD31-4B8C-83A1-F6EECF244321}">
                <p14:modId xmlns:p14="http://schemas.microsoft.com/office/powerpoint/2010/main" val="658238641"/>
              </p:ext>
            </p:extLst>
          </p:nvPr>
        </p:nvGraphicFramePr>
        <p:xfrm>
          <a:off x="594359" y="2281918"/>
          <a:ext cx="6787747" cy="37085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5847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E29E12-1DF5-5ED9-3C35-511F59A80C6E}"/>
              </a:ext>
            </a:extLst>
          </p:cNvPr>
          <p:cNvSpPr>
            <a:spLocks noGrp="1"/>
          </p:cNvSpPr>
          <p:nvPr>
            <p:ph type="title"/>
          </p:nvPr>
        </p:nvSpPr>
        <p:spPr>
          <a:xfrm>
            <a:off x="594360" y="189572"/>
            <a:ext cx="6787747" cy="1593507"/>
          </a:xfrm>
        </p:spPr>
        <p:txBody>
          <a:bodyPr anchor="b">
            <a:normAutofit/>
          </a:bodyPr>
          <a:lstStyle/>
          <a:p>
            <a:r>
              <a:rPr lang="fr-MA" dirty="0"/>
              <a:t>Deuxième site </a:t>
            </a:r>
          </a:p>
        </p:txBody>
      </p:sp>
      <p:graphicFrame>
        <p:nvGraphicFramePr>
          <p:cNvPr id="5" name="Espace réservé du contenu 2">
            <a:extLst>
              <a:ext uri="{FF2B5EF4-FFF2-40B4-BE49-F238E27FC236}">
                <a16:creationId xmlns:a16="http://schemas.microsoft.com/office/drawing/2014/main" id="{61E31E47-3CF8-CB32-E1FB-7288B6423E76}"/>
              </a:ext>
            </a:extLst>
          </p:cNvPr>
          <p:cNvGraphicFramePr>
            <a:graphicFrameLocks noGrp="1"/>
          </p:cNvGraphicFramePr>
          <p:nvPr>
            <p:ph sz="quarter" idx="13"/>
            <p:extLst>
              <p:ext uri="{D42A27DB-BD31-4B8C-83A1-F6EECF244321}">
                <p14:modId xmlns:p14="http://schemas.microsoft.com/office/powerpoint/2010/main" val="2242881611"/>
              </p:ext>
            </p:extLst>
          </p:nvPr>
        </p:nvGraphicFramePr>
        <p:xfrm>
          <a:off x="594359" y="2281918"/>
          <a:ext cx="6787747" cy="37085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902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E74F09-051E-6A56-A97B-0756A9E0357F}"/>
              </a:ext>
            </a:extLst>
          </p:cNvPr>
          <p:cNvSpPr>
            <a:spLocks noGrp="1"/>
          </p:cNvSpPr>
          <p:nvPr>
            <p:ph type="title"/>
          </p:nvPr>
        </p:nvSpPr>
        <p:spPr>
          <a:xfrm>
            <a:off x="575310" y="278129"/>
            <a:ext cx="5063490" cy="2354026"/>
          </a:xfrm>
        </p:spPr>
        <p:txBody>
          <a:bodyPr anchor="b">
            <a:normAutofit/>
          </a:bodyPr>
          <a:lstStyle/>
          <a:p>
            <a:r>
              <a:rPr lang="fr-MA" dirty="0" err="1"/>
              <a:t>Topolgie</a:t>
            </a:r>
            <a:r>
              <a:rPr lang="fr-MA" dirty="0"/>
              <a:t> du premier site</a:t>
            </a:r>
          </a:p>
        </p:txBody>
      </p:sp>
      <p:sp>
        <p:nvSpPr>
          <p:cNvPr id="10" name="Text Placeholder 3">
            <a:extLst>
              <a:ext uri="{FF2B5EF4-FFF2-40B4-BE49-F238E27FC236}">
                <a16:creationId xmlns:a16="http://schemas.microsoft.com/office/drawing/2014/main" id="{42835BAE-DFA1-22A0-5642-F1DD6A9AFE00}"/>
              </a:ext>
            </a:extLst>
          </p:cNvPr>
          <p:cNvSpPr>
            <a:spLocks noGrp="1"/>
          </p:cNvSpPr>
          <p:nvPr>
            <p:ph sz="quarter" idx="16"/>
          </p:nvPr>
        </p:nvSpPr>
        <p:spPr>
          <a:xfrm>
            <a:off x="594360" y="3279579"/>
            <a:ext cx="5044440" cy="2994415"/>
          </a:xfrm>
        </p:spPr>
        <p:txBody>
          <a:bodyPr>
            <a:normAutofit/>
          </a:bodyPr>
          <a:lstStyle/>
          <a:p>
            <a:r>
              <a:rPr lang="en-US" dirty="0"/>
              <a:t>Le WLC qui </a:t>
            </a:r>
            <a:r>
              <a:rPr lang="en-US" dirty="0" err="1"/>
              <a:t>permet</a:t>
            </a:r>
            <a:r>
              <a:rPr lang="en-US" dirty="0"/>
              <a:t> la </a:t>
            </a:r>
            <a:r>
              <a:rPr lang="en-US" dirty="0" err="1"/>
              <a:t>connexion</a:t>
            </a:r>
            <a:r>
              <a:rPr lang="en-US" dirty="0"/>
              <a:t> sans fil et </a:t>
            </a:r>
            <a:r>
              <a:rPr lang="en-US" dirty="0" err="1"/>
              <a:t>serveur</a:t>
            </a:r>
            <a:r>
              <a:rPr lang="en-US" dirty="0"/>
              <a:t> DHCP pour la diffusion des plages </a:t>
            </a:r>
            <a:r>
              <a:rPr lang="en-US" dirty="0" err="1"/>
              <a:t>ip</a:t>
            </a:r>
            <a:r>
              <a:rPr lang="en-US" dirty="0"/>
              <a:t> pour les </a:t>
            </a:r>
            <a:r>
              <a:rPr lang="en-US" dirty="0" err="1"/>
              <a:t>vlans</a:t>
            </a:r>
            <a:r>
              <a:rPr lang="en-US" dirty="0"/>
              <a:t> et </a:t>
            </a:r>
            <a:r>
              <a:rPr lang="en-US" dirty="0" err="1"/>
              <a:t>en</a:t>
            </a:r>
            <a:r>
              <a:rPr lang="en-US" dirty="0"/>
              <a:t> suite FTP pour </a:t>
            </a:r>
            <a:r>
              <a:rPr lang="en-US" dirty="0" err="1"/>
              <a:t>enregistrer</a:t>
            </a:r>
            <a:r>
              <a:rPr lang="en-US" dirty="0"/>
              <a:t> non configuration des </a:t>
            </a:r>
            <a:r>
              <a:rPr lang="en-US" dirty="0" err="1"/>
              <a:t>équipement</a:t>
            </a:r>
            <a:endParaRPr lang="en-US" dirty="0"/>
          </a:p>
        </p:txBody>
      </p:sp>
      <p:pic>
        <p:nvPicPr>
          <p:cNvPr id="5" name="Espace réservé du contenu 4">
            <a:extLst>
              <a:ext uri="{FF2B5EF4-FFF2-40B4-BE49-F238E27FC236}">
                <a16:creationId xmlns:a16="http://schemas.microsoft.com/office/drawing/2014/main" id="{91B588FB-5F9B-5B13-C84B-02487A895AE0}"/>
              </a:ext>
            </a:extLst>
          </p:cNvPr>
          <p:cNvPicPr>
            <a:picLocks noGrp="1" noChangeAspect="1"/>
          </p:cNvPicPr>
          <p:nvPr>
            <p:ph type="pic" sz="quarter" idx="15"/>
          </p:nvPr>
        </p:nvPicPr>
        <p:blipFill>
          <a:blip r:embed="rId2"/>
          <a:srcRect l="13877" r="2" b="2"/>
          <a:stretch/>
        </p:blipFill>
        <p:spPr>
          <a:xfrm>
            <a:off x="6096000" y="10"/>
            <a:ext cx="6118225" cy="6857990"/>
          </a:xfrm>
          <a:noFill/>
        </p:spPr>
      </p:pic>
    </p:spTree>
    <p:extLst>
      <p:ext uri="{BB962C8B-B14F-4D97-AF65-F5344CB8AC3E}">
        <p14:creationId xmlns:p14="http://schemas.microsoft.com/office/powerpoint/2010/main" val="4006094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9083813-3865-705A-5AEB-AF3EBF60B382}"/>
              </a:ext>
            </a:extLst>
          </p:cNvPr>
          <p:cNvSpPr>
            <a:spLocks noGrp="1"/>
          </p:cNvSpPr>
          <p:nvPr>
            <p:ph type="title"/>
          </p:nvPr>
        </p:nvSpPr>
        <p:spPr>
          <a:xfrm>
            <a:off x="594360" y="202400"/>
            <a:ext cx="10972800" cy="1570325"/>
          </a:xfrm>
        </p:spPr>
        <p:txBody>
          <a:bodyPr anchor="b">
            <a:normAutofit/>
          </a:bodyPr>
          <a:lstStyle/>
          <a:p>
            <a:r>
              <a:rPr lang="en-US" dirty="0" err="1"/>
              <a:t>Sécurité</a:t>
            </a:r>
            <a:endParaRPr lang="en-US" dirty="0"/>
          </a:p>
        </p:txBody>
      </p:sp>
      <p:graphicFrame>
        <p:nvGraphicFramePr>
          <p:cNvPr id="13" name="Content Placeholder 2">
            <a:extLst>
              <a:ext uri="{FF2B5EF4-FFF2-40B4-BE49-F238E27FC236}">
                <a16:creationId xmlns:a16="http://schemas.microsoft.com/office/drawing/2014/main" id="{6A5D4B3F-ACC5-7D4E-EB04-B6E85F7F6B77}"/>
              </a:ext>
            </a:extLst>
          </p:cNvPr>
          <p:cNvGraphicFramePr>
            <a:graphicFrameLocks noGrp="1"/>
          </p:cNvGraphicFramePr>
          <p:nvPr>
            <p:ph type="tbl" sz="quarter" idx="10"/>
            <p:extLst>
              <p:ext uri="{D42A27DB-BD31-4B8C-83A1-F6EECF244321}">
                <p14:modId xmlns:p14="http://schemas.microsoft.com/office/powerpoint/2010/main" val="4128819444"/>
              </p:ext>
            </p:extLst>
          </p:nvPr>
        </p:nvGraphicFramePr>
        <p:xfrm>
          <a:off x="594360" y="2628629"/>
          <a:ext cx="10972800" cy="36367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424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163E58-9D23-05B0-3DE8-07DFFA3F0F75}"/>
              </a:ext>
            </a:extLst>
          </p:cNvPr>
          <p:cNvSpPr>
            <a:spLocks noGrp="1"/>
          </p:cNvSpPr>
          <p:nvPr>
            <p:ph type="title"/>
          </p:nvPr>
        </p:nvSpPr>
        <p:spPr/>
        <p:txBody>
          <a:bodyPr/>
          <a:lstStyle/>
          <a:p>
            <a:r>
              <a:rPr lang="fr-FR" dirty="0"/>
              <a:t>Sécurité des Communications avec </a:t>
            </a:r>
            <a:r>
              <a:rPr lang="fr-FR" dirty="0" err="1"/>
              <a:t>IPsec</a:t>
            </a:r>
            <a:endParaRPr lang="fr-MA" dirty="0"/>
          </a:p>
        </p:txBody>
      </p:sp>
      <p:sp>
        <p:nvSpPr>
          <p:cNvPr id="3" name="Espace réservé du contenu 2">
            <a:extLst>
              <a:ext uri="{FF2B5EF4-FFF2-40B4-BE49-F238E27FC236}">
                <a16:creationId xmlns:a16="http://schemas.microsoft.com/office/drawing/2014/main" id="{0E843AA3-82DB-0DE9-47FF-60EDCF569615}"/>
              </a:ext>
            </a:extLst>
          </p:cNvPr>
          <p:cNvSpPr>
            <a:spLocks noGrp="1"/>
          </p:cNvSpPr>
          <p:nvPr>
            <p:ph sz="quarter" idx="13"/>
          </p:nvPr>
        </p:nvSpPr>
        <p:spPr>
          <a:xfrm>
            <a:off x="594359" y="2281918"/>
            <a:ext cx="8413163" cy="3708517"/>
          </a:xfrm>
        </p:spPr>
        <p:txBody>
          <a:bodyPr/>
          <a:lstStyle/>
          <a:p>
            <a:r>
              <a:rPr lang="fr-FR" dirty="0"/>
              <a:t>L’</a:t>
            </a:r>
            <a:r>
              <a:rPr lang="fr-FR" b="1" dirty="0"/>
              <a:t>Objectif est de s</a:t>
            </a:r>
            <a:r>
              <a:rPr lang="fr-FR" dirty="0"/>
              <a:t>écuriser le trafic de données entre les sites en utilisant le protocole </a:t>
            </a:r>
            <a:r>
              <a:rPr lang="fr-FR" dirty="0" err="1"/>
              <a:t>IPsec</a:t>
            </a:r>
            <a:r>
              <a:rPr lang="fr-FR" dirty="0"/>
              <a:t>, afin de garantir la confidentialité, l'intégrité et l'authenticité des échanges.</a:t>
            </a:r>
            <a:endParaRPr lang="fr-MA" dirty="0"/>
          </a:p>
        </p:txBody>
      </p:sp>
    </p:spTree>
    <p:extLst>
      <p:ext uri="{BB962C8B-B14F-4D97-AF65-F5344CB8AC3E}">
        <p14:creationId xmlns:p14="http://schemas.microsoft.com/office/powerpoint/2010/main" val="2842636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8BF3A3-613A-58D8-7F8F-84ABF5F2E71D}"/>
              </a:ext>
            </a:extLst>
          </p:cNvPr>
          <p:cNvSpPr>
            <a:spLocks noGrp="1"/>
          </p:cNvSpPr>
          <p:nvPr>
            <p:ph type="title"/>
          </p:nvPr>
        </p:nvSpPr>
        <p:spPr/>
        <p:txBody>
          <a:bodyPr/>
          <a:lstStyle/>
          <a:p>
            <a:r>
              <a:rPr lang="fr-MA" dirty="0"/>
              <a:t>Configuration </a:t>
            </a:r>
            <a:r>
              <a:rPr lang="fr-MA" dirty="0" err="1"/>
              <a:t>IPsec</a:t>
            </a:r>
            <a:endParaRPr lang="fr-MA" dirty="0"/>
          </a:p>
        </p:txBody>
      </p:sp>
      <p:sp>
        <p:nvSpPr>
          <p:cNvPr id="6" name="Espace réservé du contenu 5">
            <a:extLst>
              <a:ext uri="{FF2B5EF4-FFF2-40B4-BE49-F238E27FC236}">
                <a16:creationId xmlns:a16="http://schemas.microsoft.com/office/drawing/2014/main" id="{51C212CE-B64A-6F7A-892C-7E533731FB46}"/>
              </a:ext>
            </a:extLst>
          </p:cNvPr>
          <p:cNvSpPr>
            <a:spLocks noGrp="1"/>
          </p:cNvSpPr>
          <p:nvPr>
            <p:ph sz="quarter" idx="13"/>
          </p:nvPr>
        </p:nvSpPr>
        <p:spPr/>
        <p:txBody>
          <a:bodyPr>
            <a:normAutofit/>
          </a:bodyPr>
          <a:lstStyle/>
          <a:p>
            <a:pPr>
              <a:buNone/>
            </a:pPr>
            <a:r>
              <a:rPr lang="fr-MA" b="1" dirty="0"/>
              <a:t>Configuration IKEv1 - Phase 1</a:t>
            </a:r>
          </a:p>
          <a:p>
            <a:pPr>
              <a:buFont typeface="+mj-lt"/>
              <a:buAutoNum type="arabicPeriod"/>
            </a:pPr>
            <a:r>
              <a:rPr lang="fr-MA" b="1" dirty="0"/>
              <a:t>Politique ISAKMP (IKE Policy)</a:t>
            </a:r>
            <a:endParaRPr lang="fr-MA" dirty="0"/>
          </a:p>
          <a:p>
            <a:pPr marL="457200" lvl="1" indent="0">
              <a:buNone/>
            </a:pPr>
            <a:r>
              <a:rPr lang="fr-MA" b="1" dirty="0" err="1"/>
              <a:t>Encryption</a:t>
            </a:r>
            <a:r>
              <a:rPr lang="fr-MA" dirty="0"/>
              <a:t>: AES 256-bit</a:t>
            </a:r>
          </a:p>
          <a:p>
            <a:pPr marL="457200" lvl="1" indent="0">
              <a:buNone/>
            </a:pPr>
            <a:r>
              <a:rPr lang="fr-MA" b="1" dirty="0" err="1"/>
              <a:t>Authentication</a:t>
            </a:r>
            <a:r>
              <a:rPr lang="fr-MA" dirty="0"/>
              <a:t>: Pre-</a:t>
            </a:r>
            <a:r>
              <a:rPr lang="fr-MA" dirty="0" err="1"/>
              <a:t>shared</a:t>
            </a:r>
            <a:r>
              <a:rPr lang="fr-MA" dirty="0"/>
              <a:t> key</a:t>
            </a:r>
          </a:p>
          <a:p>
            <a:pPr marL="457200" lvl="1" indent="0">
              <a:buNone/>
            </a:pPr>
            <a:r>
              <a:rPr lang="fr-MA" b="1" dirty="0" err="1"/>
              <a:t>Diffie</a:t>
            </a:r>
            <a:r>
              <a:rPr lang="fr-MA" b="1" dirty="0"/>
              <a:t>-Hellman Group</a:t>
            </a:r>
            <a:r>
              <a:rPr lang="fr-MA" dirty="0"/>
              <a:t>: Group 5 </a:t>
            </a:r>
          </a:p>
          <a:p>
            <a:pPr marL="457200" lvl="1" indent="0">
              <a:buNone/>
            </a:pPr>
            <a:r>
              <a:rPr lang="fr-MA" b="1" dirty="0"/>
              <a:t>Hash</a:t>
            </a:r>
            <a:r>
              <a:rPr lang="fr-MA" dirty="0"/>
              <a:t>: SHA-256</a:t>
            </a:r>
          </a:p>
          <a:p>
            <a:pPr>
              <a:buFont typeface="+mj-lt"/>
              <a:buAutoNum type="arabicPeriod"/>
            </a:pPr>
            <a:r>
              <a:rPr lang="fr-MA" b="1" dirty="0"/>
              <a:t>Clé Pré-partagée</a:t>
            </a:r>
            <a:endParaRPr lang="fr-MA" dirty="0"/>
          </a:p>
          <a:p>
            <a:pPr marL="742950" lvl="1" indent="-285750">
              <a:buFont typeface="+mj-lt"/>
              <a:buAutoNum type="arabicPeriod"/>
            </a:pPr>
            <a:r>
              <a:rPr lang="fr-MA" dirty="0"/>
              <a:t>Définie pour permettre l'authentification entre les pairs.</a:t>
            </a:r>
          </a:p>
          <a:p>
            <a:endParaRPr lang="fr-MA" dirty="0"/>
          </a:p>
        </p:txBody>
      </p:sp>
    </p:spTree>
    <p:extLst>
      <p:ext uri="{BB962C8B-B14F-4D97-AF65-F5344CB8AC3E}">
        <p14:creationId xmlns:p14="http://schemas.microsoft.com/office/powerpoint/2010/main" val="2571008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AC5CA1-0C71-C193-BD9B-41A81D92AF57}"/>
              </a:ext>
            </a:extLst>
          </p:cNvPr>
          <p:cNvSpPr>
            <a:spLocks noGrp="1"/>
          </p:cNvSpPr>
          <p:nvPr>
            <p:ph type="title"/>
          </p:nvPr>
        </p:nvSpPr>
        <p:spPr/>
        <p:txBody>
          <a:bodyPr/>
          <a:lstStyle/>
          <a:p>
            <a:r>
              <a:rPr lang="fr-MA" dirty="0"/>
              <a:t>Configuration </a:t>
            </a:r>
            <a:r>
              <a:rPr lang="fr-MA" dirty="0" err="1"/>
              <a:t>IPsec</a:t>
            </a:r>
            <a:endParaRPr lang="fr-MA" dirty="0"/>
          </a:p>
        </p:txBody>
      </p:sp>
      <p:sp>
        <p:nvSpPr>
          <p:cNvPr id="3" name="Espace réservé du contenu 2">
            <a:extLst>
              <a:ext uri="{FF2B5EF4-FFF2-40B4-BE49-F238E27FC236}">
                <a16:creationId xmlns:a16="http://schemas.microsoft.com/office/drawing/2014/main" id="{34D58E22-CE06-1630-C9B4-E77762F3EA68}"/>
              </a:ext>
            </a:extLst>
          </p:cNvPr>
          <p:cNvSpPr>
            <a:spLocks noGrp="1"/>
          </p:cNvSpPr>
          <p:nvPr>
            <p:ph sz="quarter" idx="13"/>
          </p:nvPr>
        </p:nvSpPr>
        <p:spPr/>
        <p:txBody>
          <a:bodyPr>
            <a:normAutofit fontScale="92500" lnSpcReduction="20000"/>
          </a:bodyPr>
          <a:lstStyle/>
          <a:p>
            <a:pPr>
              <a:buNone/>
            </a:pPr>
            <a:r>
              <a:rPr lang="fr-FR" b="1" dirty="0"/>
              <a:t>Configuration IKEv1 - Phase 2</a:t>
            </a:r>
          </a:p>
          <a:p>
            <a:pPr>
              <a:buFont typeface="+mj-lt"/>
              <a:buAutoNum type="arabicPeriod"/>
            </a:pPr>
            <a:r>
              <a:rPr lang="fr-FR" b="1" dirty="0" err="1"/>
              <a:t>Transform</a:t>
            </a:r>
            <a:r>
              <a:rPr lang="fr-FR" b="1" dirty="0"/>
              <a:t> Set</a:t>
            </a:r>
            <a:endParaRPr lang="fr-FR" dirty="0"/>
          </a:p>
          <a:p>
            <a:pPr marL="742950" lvl="1" indent="-285750">
              <a:buFont typeface="+mj-lt"/>
              <a:buAutoNum type="arabicPeriod"/>
            </a:pPr>
            <a:r>
              <a:rPr lang="fr-FR" dirty="0"/>
              <a:t>Utilisation d'AES pour le chiffrement et SHA pour l'intégrité.</a:t>
            </a:r>
          </a:p>
          <a:p>
            <a:pPr>
              <a:buFont typeface="+mj-lt"/>
              <a:buAutoNum type="arabicPeriod"/>
            </a:pPr>
            <a:r>
              <a:rPr lang="fr-FR" b="1" dirty="0"/>
              <a:t>Liste d'accès (ACL)</a:t>
            </a:r>
            <a:endParaRPr lang="fr-FR" dirty="0"/>
          </a:p>
          <a:p>
            <a:pPr marL="742950" lvl="1" indent="-285750">
              <a:buFont typeface="+mj-lt"/>
              <a:buAutoNum type="arabicPeriod"/>
            </a:pPr>
            <a:r>
              <a:rPr lang="fr-FR" dirty="0"/>
              <a:t>Configuration d'une ACL pour filtrer le trafic GRE afin qu'il soit sécurisé par </a:t>
            </a:r>
            <a:r>
              <a:rPr lang="fr-FR" dirty="0" err="1"/>
              <a:t>IPsec</a:t>
            </a:r>
            <a:r>
              <a:rPr lang="fr-FR" dirty="0"/>
              <a:t>.</a:t>
            </a:r>
          </a:p>
          <a:p>
            <a:pPr>
              <a:buFont typeface="+mj-lt"/>
              <a:buAutoNum type="arabicPeriod"/>
            </a:pPr>
            <a:r>
              <a:rPr lang="fr-FR" b="1" dirty="0"/>
              <a:t>Crypto </a:t>
            </a:r>
            <a:r>
              <a:rPr lang="fr-FR" b="1" dirty="0" err="1"/>
              <a:t>Map</a:t>
            </a:r>
            <a:endParaRPr lang="fr-FR" dirty="0"/>
          </a:p>
          <a:p>
            <a:pPr marL="742950" lvl="1" indent="-285750">
              <a:buFont typeface="+mj-lt"/>
              <a:buAutoNum type="arabicPeriod"/>
            </a:pPr>
            <a:r>
              <a:rPr lang="fr-FR" dirty="0"/>
              <a:t>Association de l'ACL, du </a:t>
            </a:r>
            <a:r>
              <a:rPr lang="fr-FR" dirty="0" err="1"/>
              <a:t>transform</a:t>
            </a:r>
            <a:r>
              <a:rPr lang="fr-FR" dirty="0"/>
              <a:t> set, et de l'adresse IP du pair pour la phase 2.</a:t>
            </a:r>
          </a:p>
          <a:p>
            <a:pPr marL="742950" lvl="1" indent="-285750">
              <a:buFont typeface="+mj-lt"/>
              <a:buAutoNum type="arabicPeriod"/>
            </a:pPr>
            <a:r>
              <a:rPr lang="fr-FR" dirty="0"/>
              <a:t>Application de la crypto </a:t>
            </a:r>
            <a:r>
              <a:rPr lang="fr-FR" dirty="0" err="1"/>
              <a:t>map</a:t>
            </a:r>
            <a:r>
              <a:rPr lang="fr-FR" dirty="0"/>
              <a:t> à l'interface réseau appropriée.</a:t>
            </a:r>
          </a:p>
          <a:p>
            <a:endParaRPr lang="fr-MA" dirty="0"/>
          </a:p>
        </p:txBody>
      </p:sp>
    </p:spTree>
    <p:extLst>
      <p:ext uri="{BB962C8B-B14F-4D97-AF65-F5344CB8AC3E}">
        <p14:creationId xmlns:p14="http://schemas.microsoft.com/office/powerpoint/2010/main" val="4274753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670155A-4B17-9C95-29CD-AF5635DFFDEE}"/>
              </a:ext>
            </a:extLst>
          </p:cNvPr>
          <p:cNvSpPr>
            <a:spLocks noGrp="1"/>
          </p:cNvSpPr>
          <p:nvPr>
            <p:ph type="title"/>
          </p:nvPr>
        </p:nvSpPr>
        <p:spPr>
          <a:xfrm>
            <a:off x="594360" y="278129"/>
            <a:ext cx="9778365" cy="1494596"/>
          </a:xfrm>
        </p:spPr>
        <p:txBody>
          <a:bodyPr/>
          <a:lstStyle/>
          <a:p>
            <a:r>
              <a:rPr lang="en-US" dirty="0" err="1"/>
              <a:t>Topologie</a:t>
            </a:r>
            <a:r>
              <a:rPr lang="en-US" dirty="0"/>
              <a:t> du site 2</a:t>
            </a:r>
          </a:p>
        </p:txBody>
      </p:sp>
      <p:pic>
        <p:nvPicPr>
          <p:cNvPr id="5" name="Espace réservé du contenu 4">
            <a:extLst>
              <a:ext uri="{FF2B5EF4-FFF2-40B4-BE49-F238E27FC236}">
                <a16:creationId xmlns:a16="http://schemas.microsoft.com/office/drawing/2014/main" id="{677A5E96-E737-3C64-C851-A9AC37F874DA}"/>
              </a:ext>
            </a:extLst>
          </p:cNvPr>
          <p:cNvPicPr>
            <a:picLocks noGrp="1" noChangeAspect="1"/>
          </p:cNvPicPr>
          <p:nvPr>
            <p:ph sz="quarter" idx="15"/>
          </p:nvPr>
        </p:nvPicPr>
        <p:blipFill>
          <a:blip r:embed="rId2"/>
          <a:stretch>
            <a:fillRect/>
          </a:stretch>
        </p:blipFill>
        <p:spPr>
          <a:xfrm>
            <a:off x="869730" y="2676525"/>
            <a:ext cx="3940086" cy="3597470"/>
          </a:xfrm>
          <a:noFill/>
        </p:spPr>
      </p:pic>
      <p:sp>
        <p:nvSpPr>
          <p:cNvPr id="12" name="Content Placeholder 3">
            <a:extLst>
              <a:ext uri="{FF2B5EF4-FFF2-40B4-BE49-F238E27FC236}">
                <a16:creationId xmlns:a16="http://schemas.microsoft.com/office/drawing/2014/main" id="{517895BF-EEDF-94E8-3308-EA7CCB6F00FC}"/>
              </a:ext>
            </a:extLst>
          </p:cNvPr>
          <p:cNvSpPr>
            <a:spLocks noGrp="1"/>
          </p:cNvSpPr>
          <p:nvPr>
            <p:ph sz="quarter" idx="16"/>
          </p:nvPr>
        </p:nvSpPr>
        <p:spPr>
          <a:xfrm>
            <a:off x="5881898" y="2676525"/>
            <a:ext cx="4490827" cy="3597470"/>
          </a:xfrm>
        </p:spPr>
        <p:txBody>
          <a:bodyPr/>
          <a:lstStyle/>
          <a:p>
            <a:pPr marL="342900" indent="-342900">
              <a:buFont typeface="Arial" panose="020B0604020202020204" pitchFamily="34" charset="0"/>
              <a:buChar char="•"/>
            </a:pPr>
            <a:r>
              <a:rPr lang="en-US" b="1" dirty="0" err="1"/>
              <a:t>C’est</a:t>
            </a:r>
            <a:r>
              <a:rPr lang="en-US" b="1" dirty="0"/>
              <a:t> </a:t>
            </a:r>
            <a:r>
              <a:rPr lang="en-US" b="1" dirty="0" err="1"/>
              <a:t>pratiquement</a:t>
            </a:r>
            <a:r>
              <a:rPr lang="en-US" b="1" dirty="0"/>
              <a:t> </a:t>
            </a:r>
            <a:r>
              <a:rPr lang="en-US" b="1" dirty="0" err="1"/>
              <a:t>identique</a:t>
            </a:r>
            <a:r>
              <a:rPr lang="en-US" b="1" dirty="0"/>
              <a:t> au site 1 .</a:t>
            </a:r>
          </a:p>
          <a:p>
            <a:pPr marL="342900" indent="-342900">
              <a:buFont typeface="Arial" panose="020B0604020202020204" pitchFamily="34" charset="0"/>
              <a:buChar char="•"/>
            </a:pPr>
            <a:r>
              <a:rPr lang="en-US" b="1" dirty="0" err="1"/>
              <a:t>Chaque</a:t>
            </a:r>
            <a:r>
              <a:rPr lang="en-US" b="1" dirty="0"/>
              <a:t> site dispose de </a:t>
            </a:r>
            <a:r>
              <a:rPr lang="en-US" b="1" dirty="0" err="1"/>
              <a:t>leurs</a:t>
            </a:r>
            <a:r>
              <a:rPr lang="en-US" b="1" dirty="0"/>
              <a:t> propre </a:t>
            </a:r>
            <a:r>
              <a:rPr lang="en-US" b="1" dirty="0" err="1"/>
              <a:t>serveur</a:t>
            </a:r>
            <a:r>
              <a:rPr lang="en-US" b="1" dirty="0"/>
              <a:t> et </a:t>
            </a:r>
            <a:r>
              <a:rPr lang="en-US" b="1" dirty="0" err="1"/>
              <a:t>vlans</a:t>
            </a:r>
            <a:r>
              <a:rPr lang="en-US" b="1" dirty="0"/>
              <a:t> (plage </a:t>
            </a:r>
            <a:r>
              <a:rPr lang="en-US" b="1" dirty="0" err="1"/>
              <a:t>ip</a:t>
            </a:r>
            <a:r>
              <a:rPr lang="en-US" b="1" dirty="0"/>
              <a:t> ) .</a:t>
            </a:r>
          </a:p>
          <a:p>
            <a:pPr marL="342900" indent="-342900">
              <a:buFont typeface="Arial" panose="020B0604020202020204" pitchFamily="34" charset="0"/>
              <a:buChar char="•"/>
            </a:pPr>
            <a:r>
              <a:rPr lang="en-US" b="1" dirty="0"/>
              <a:t>La Salle admin qui </a:t>
            </a:r>
            <a:r>
              <a:rPr lang="en-US" b="1" dirty="0" err="1"/>
              <a:t>contient</a:t>
            </a:r>
            <a:r>
              <a:rPr lang="en-US" b="1" dirty="0"/>
              <a:t> réseau fil et sans </a:t>
            </a:r>
            <a:r>
              <a:rPr lang="en-US" b="1" dirty="0" err="1"/>
              <a:t>fils</a:t>
            </a:r>
            <a:r>
              <a:rPr lang="en-US" b="1" dirty="0"/>
              <a:t> pour les admins avec </a:t>
            </a:r>
            <a:r>
              <a:rPr lang="en-US" b="1" dirty="0" err="1"/>
              <a:t>leur</a:t>
            </a:r>
            <a:r>
              <a:rPr lang="en-US" b="1" dirty="0"/>
              <a:t> propre pc portable .</a:t>
            </a:r>
          </a:p>
        </p:txBody>
      </p:sp>
    </p:spTree>
    <p:extLst>
      <p:ext uri="{BB962C8B-B14F-4D97-AF65-F5344CB8AC3E}">
        <p14:creationId xmlns:p14="http://schemas.microsoft.com/office/powerpoint/2010/main" val="4013855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FC55D6A-E09F-88C1-01A5-92372AC4A3F2}"/>
              </a:ext>
            </a:extLst>
          </p:cNvPr>
          <p:cNvSpPr>
            <a:spLocks noGrp="1"/>
          </p:cNvSpPr>
          <p:nvPr>
            <p:ph type="title"/>
          </p:nvPr>
        </p:nvSpPr>
        <p:spPr>
          <a:xfrm>
            <a:off x="659130" y="102875"/>
            <a:ext cx="10873740" cy="595725"/>
          </a:xfrm>
        </p:spPr>
        <p:txBody>
          <a:bodyPr/>
          <a:lstStyle/>
          <a:p>
            <a:pPr algn="ctr"/>
            <a:r>
              <a:rPr lang="en-US" i="1" u="sng" dirty="0" err="1"/>
              <a:t>Topologie</a:t>
            </a:r>
            <a:r>
              <a:rPr lang="en-US" i="1" u="sng" dirty="0"/>
              <a:t> finale</a:t>
            </a:r>
          </a:p>
        </p:txBody>
      </p:sp>
      <p:pic>
        <p:nvPicPr>
          <p:cNvPr id="6" name="Espace réservé du contenu 5">
            <a:extLst>
              <a:ext uri="{FF2B5EF4-FFF2-40B4-BE49-F238E27FC236}">
                <a16:creationId xmlns:a16="http://schemas.microsoft.com/office/drawing/2014/main" id="{39BB5ACB-9A26-C597-6EF0-A79B166C4829}"/>
              </a:ext>
            </a:extLst>
          </p:cNvPr>
          <p:cNvPicPr>
            <a:picLocks noGrp="1" noChangeAspect="1"/>
          </p:cNvPicPr>
          <p:nvPr>
            <p:ph sz="quarter" idx="13"/>
          </p:nvPr>
        </p:nvPicPr>
        <p:blipFill>
          <a:blip r:embed="rId2"/>
          <a:stretch>
            <a:fillRect/>
          </a:stretch>
        </p:blipFill>
        <p:spPr>
          <a:xfrm>
            <a:off x="389744" y="698600"/>
            <a:ext cx="11632367" cy="6056525"/>
          </a:xfrm>
        </p:spPr>
      </p:pic>
    </p:spTree>
    <p:extLst>
      <p:ext uri="{BB962C8B-B14F-4D97-AF65-F5344CB8AC3E}">
        <p14:creationId xmlns:p14="http://schemas.microsoft.com/office/powerpoint/2010/main" val="2447117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F73086-759D-BCE4-EF10-60608911DE0C}"/>
              </a:ext>
            </a:extLst>
          </p:cNvPr>
          <p:cNvSpPr>
            <a:spLocks noGrp="1"/>
          </p:cNvSpPr>
          <p:nvPr>
            <p:ph type="ctrTitle"/>
          </p:nvPr>
        </p:nvSpPr>
        <p:spPr>
          <a:xfrm>
            <a:off x="6299835" y="430529"/>
            <a:ext cx="5486400" cy="3291840"/>
          </a:xfrm>
        </p:spPr>
        <p:txBody>
          <a:bodyPr anchor="b">
            <a:normAutofit/>
          </a:bodyPr>
          <a:lstStyle/>
          <a:p>
            <a:r>
              <a:rPr lang="fr-MA" dirty="0"/>
              <a:t>Les fichiers de configuration</a:t>
            </a:r>
          </a:p>
        </p:txBody>
      </p:sp>
      <p:pic>
        <p:nvPicPr>
          <p:cNvPr id="5" name="Espace réservé du contenu 4">
            <a:extLst>
              <a:ext uri="{FF2B5EF4-FFF2-40B4-BE49-F238E27FC236}">
                <a16:creationId xmlns:a16="http://schemas.microsoft.com/office/drawing/2014/main" id="{A2249D51-AFE9-AD91-BD9E-E0F83018E2A9}"/>
              </a:ext>
            </a:extLst>
          </p:cNvPr>
          <p:cNvPicPr>
            <a:picLocks noGrp="1" noChangeAspect="1"/>
          </p:cNvPicPr>
          <p:nvPr>
            <p:ph type="pic" sz="quarter" idx="12"/>
          </p:nvPr>
        </p:nvPicPr>
        <p:blipFill>
          <a:blip r:embed="rId2"/>
          <a:stretch/>
        </p:blipFill>
        <p:spPr>
          <a:xfrm>
            <a:off x="0" y="511519"/>
            <a:ext cx="5791200" cy="5834962"/>
          </a:xfrm>
          <a:noFill/>
        </p:spPr>
      </p:pic>
      <p:sp>
        <p:nvSpPr>
          <p:cNvPr id="10" name="Text Placeholder 3">
            <a:extLst>
              <a:ext uri="{FF2B5EF4-FFF2-40B4-BE49-F238E27FC236}">
                <a16:creationId xmlns:a16="http://schemas.microsoft.com/office/drawing/2014/main" id="{126785E4-2231-EAD6-7EE2-7A9AA52604F3}"/>
              </a:ext>
            </a:extLst>
          </p:cNvPr>
          <p:cNvSpPr>
            <a:spLocks noGrp="1"/>
          </p:cNvSpPr>
          <p:nvPr>
            <p:ph type="body" sz="quarter" idx="11"/>
          </p:nvPr>
        </p:nvSpPr>
        <p:spPr>
          <a:xfrm>
            <a:off x="6299835" y="4568602"/>
            <a:ext cx="5486400" cy="1645920"/>
          </a:xfrm>
        </p:spPr>
        <p:txBody>
          <a:bodyPr/>
          <a:lstStyle/>
          <a:p>
            <a:r>
              <a:rPr lang="en-US" dirty="0"/>
              <a:t>Grace au </a:t>
            </a:r>
            <a:r>
              <a:rPr lang="en-US" dirty="0" err="1"/>
              <a:t>Protocole</a:t>
            </a:r>
            <a:r>
              <a:rPr lang="en-US" dirty="0"/>
              <a:t> TFTP et SSH on </a:t>
            </a:r>
            <a:r>
              <a:rPr lang="en-US" dirty="0" err="1"/>
              <a:t>peut</a:t>
            </a:r>
            <a:r>
              <a:rPr lang="en-US" dirty="0"/>
              <a:t> </a:t>
            </a:r>
            <a:r>
              <a:rPr lang="en-US" dirty="0" err="1"/>
              <a:t>éviter</a:t>
            </a:r>
            <a:r>
              <a:rPr lang="en-US" dirty="0"/>
              <a:t> la </a:t>
            </a:r>
            <a:r>
              <a:rPr lang="en-US" dirty="0" err="1"/>
              <a:t>perte</a:t>
            </a:r>
            <a:r>
              <a:rPr lang="en-US" dirty="0"/>
              <a:t> du configuration au </a:t>
            </a:r>
            <a:r>
              <a:rPr lang="en-US" dirty="0" err="1"/>
              <a:t>cas</a:t>
            </a:r>
            <a:r>
              <a:rPr lang="en-US" dirty="0"/>
              <a:t> d’un </a:t>
            </a:r>
            <a:r>
              <a:rPr lang="en-US" dirty="0" err="1"/>
              <a:t>problème</a:t>
            </a:r>
            <a:r>
              <a:rPr lang="en-US" dirty="0"/>
              <a:t> </a:t>
            </a:r>
            <a:r>
              <a:rPr lang="en-US" dirty="0" err="1"/>
              <a:t>d’équipement</a:t>
            </a:r>
            <a:r>
              <a:rPr lang="en-US" dirty="0"/>
              <a:t> réseaux .</a:t>
            </a:r>
          </a:p>
        </p:txBody>
      </p:sp>
    </p:spTree>
    <p:extLst>
      <p:ext uri="{BB962C8B-B14F-4D97-AF65-F5344CB8AC3E}">
        <p14:creationId xmlns:p14="http://schemas.microsoft.com/office/powerpoint/2010/main" val="3782049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C016365-A1AE-6AC4-B9F5-675E4095C67C}"/>
              </a:ext>
            </a:extLst>
          </p:cNvPr>
          <p:cNvSpPr>
            <a:spLocks noGrp="1"/>
          </p:cNvSpPr>
          <p:nvPr>
            <p:ph type="ctrTitle"/>
          </p:nvPr>
        </p:nvSpPr>
        <p:spPr>
          <a:xfrm>
            <a:off x="189624" y="359764"/>
            <a:ext cx="8474689" cy="1229942"/>
          </a:xfrm>
        </p:spPr>
        <p:txBody>
          <a:bodyPr/>
          <a:lstStyle/>
          <a:p>
            <a:r>
              <a:rPr lang="en-US" i="1" dirty="0"/>
              <a:t>Les </a:t>
            </a:r>
            <a:r>
              <a:rPr lang="en-US" i="1" dirty="0" err="1"/>
              <a:t>méthode</a:t>
            </a:r>
            <a:r>
              <a:rPr lang="en-US" i="1" dirty="0"/>
              <a:t> </a:t>
            </a:r>
            <a:r>
              <a:rPr lang="en-US" i="1" dirty="0" err="1"/>
              <a:t>utilisé</a:t>
            </a:r>
            <a:endParaRPr lang="en-US" i="1" dirty="0"/>
          </a:p>
        </p:txBody>
      </p:sp>
      <p:sp>
        <p:nvSpPr>
          <p:cNvPr id="14" name="Text Placeholder 2">
            <a:extLst>
              <a:ext uri="{FF2B5EF4-FFF2-40B4-BE49-F238E27FC236}">
                <a16:creationId xmlns:a16="http://schemas.microsoft.com/office/drawing/2014/main" id="{7455D09D-EE24-0348-040C-3F895DD8576D}"/>
              </a:ext>
            </a:extLst>
          </p:cNvPr>
          <p:cNvSpPr>
            <a:spLocks noGrp="1"/>
          </p:cNvSpPr>
          <p:nvPr>
            <p:ph type="body" sz="quarter" idx="11"/>
          </p:nvPr>
        </p:nvSpPr>
        <p:spPr>
          <a:xfrm>
            <a:off x="189623" y="1805601"/>
            <a:ext cx="10168579" cy="4835041"/>
          </a:xfrm>
        </p:spPr>
        <p:txBody>
          <a:bodyPr/>
          <a:lstStyle/>
          <a:p>
            <a:r>
              <a:rPr lang="en-US" dirty="0"/>
              <a:t>1 – Inter-</a:t>
            </a:r>
            <a:r>
              <a:rPr lang="en-US" dirty="0" err="1"/>
              <a:t>vilan</a:t>
            </a:r>
            <a:r>
              <a:rPr lang="en-US" dirty="0"/>
              <a:t> : pour assigner </a:t>
            </a:r>
            <a:r>
              <a:rPr lang="en-US" dirty="0" err="1"/>
              <a:t>chaque</a:t>
            </a:r>
            <a:r>
              <a:rPr lang="en-US" dirty="0"/>
              <a:t> </a:t>
            </a:r>
            <a:r>
              <a:rPr lang="en-US" dirty="0" err="1"/>
              <a:t>vlan</a:t>
            </a:r>
            <a:r>
              <a:rPr lang="en-US" dirty="0"/>
              <a:t> </a:t>
            </a:r>
            <a:r>
              <a:rPr lang="en-US" dirty="0" err="1"/>
              <a:t>sa</a:t>
            </a:r>
            <a:r>
              <a:rPr lang="en-US" dirty="0"/>
              <a:t> plage </a:t>
            </a:r>
            <a:r>
              <a:rPr lang="en-US" dirty="0" err="1"/>
              <a:t>addresse</a:t>
            </a:r>
            <a:r>
              <a:rPr lang="en-US" dirty="0"/>
              <a:t> et </a:t>
            </a:r>
            <a:r>
              <a:rPr lang="en-US" dirty="0" err="1"/>
              <a:t>permettre</a:t>
            </a:r>
            <a:r>
              <a:rPr lang="en-US" dirty="0"/>
              <a:t> la communication </a:t>
            </a:r>
          </a:p>
          <a:p>
            <a:r>
              <a:rPr lang="en-US" dirty="0"/>
              <a:t>2 – VOIP IP et DHCP MANUELLE SUR LE ROUTER : pour assigner les </a:t>
            </a:r>
            <a:r>
              <a:rPr lang="en-US" dirty="0" err="1"/>
              <a:t>numero</a:t>
            </a:r>
            <a:r>
              <a:rPr lang="en-US" dirty="0"/>
              <a:t> au </a:t>
            </a:r>
          </a:p>
          <a:p>
            <a:r>
              <a:rPr lang="en-US" dirty="0"/>
              <a:t>VOIP IPS PHONES </a:t>
            </a:r>
          </a:p>
          <a:p>
            <a:r>
              <a:rPr lang="en-US" dirty="0"/>
              <a:t>3- </a:t>
            </a:r>
            <a:r>
              <a:rPr lang="en-US" dirty="0" err="1"/>
              <a:t>routage</a:t>
            </a:r>
            <a:r>
              <a:rPr lang="en-US" dirty="0"/>
              <a:t> </a:t>
            </a:r>
            <a:r>
              <a:rPr lang="en-US" dirty="0" err="1"/>
              <a:t>statique</a:t>
            </a:r>
            <a:r>
              <a:rPr lang="en-US" dirty="0"/>
              <a:t> </a:t>
            </a:r>
            <a:r>
              <a:rPr lang="en-US" dirty="0" err="1"/>
              <a:t>vers</a:t>
            </a:r>
            <a:r>
              <a:rPr lang="en-US" dirty="0"/>
              <a:t> isp et </a:t>
            </a:r>
            <a:r>
              <a:rPr lang="en-US" dirty="0" err="1"/>
              <a:t>ospf</a:t>
            </a:r>
            <a:r>
              <a:rPr lang="en-US" dirty="0"/>
              <a:t> : pour assurer la </a:t>
            </a:r>
            <a:r>
              <a:rPr lang="en-US" dirty="0" err="1"/>
              <a:t>connectivité</a:t>
            </a:r>
            <a:r>
              <a:rPr lang="en-US" dirty="0"/>
              <a:t> </a:t>
            </a:r>
            <a:r>
              <a:rPr lang="en-US" dirty="0" err="1"/>
              <a:t>parout</a:t>
            </a:r>
            <a:r>
              <a:rPr lang="en-US" dirty="0"/>
              <a:t> des 2 sites </a:t>
            </a:r>
          </a:p>
          <a:p>
            <a:r>
              <a:rPr lang="en-US" dirty="0"/>
              <a:t>4 – Tunnel </a:t>
            </a:r>
            <a:r>
              <a:rPr lang="en-US" dirty="0" err="1"/>
              <a:t>gre</a:t>
            </a:r>
            <a:r>
              <a:rPr lang="en-US" dirty="0"/>
              <a:t> : </a:t>
            </a:r>
            <a:r>
              <a:rPr lang="en-US" dirty="0" err="1"/>
              <a:t>Eviter</a:t>
            </a:r>
            <a:r>
              <a:rPr lang="en-US" dirty="0"/>
              <a:t> espionage et le sniffing des data entre les 2 département </a:t>
            </a:r>
            <a:r>
              <a:rPr lang="en-US" dirty="0" err="1"/>
              <a:t>mais</a:t>
            </a:r>
            <a:r>
              <a:rPr lang="en-US" dirty="0"/>
              <a:t> </a:t>
            </a:r>
            <a:r>
              <a:rPr lang="en-US" dirty="0" err="1"/>
              <a:t>c’est</a:t>
            </a:r>
            <a:r>
              <a:rPr lang="en-US" dirty="0"/>
              <a:t> </a:t>
            </a:r>
            <a:r>
              <a:rPr lang="en-US" dirty="0" err="1"/>
              <a:t>suffisat</a:t>
            </a:r>
            <a:r>
              <a:rPr lang="en-US" dirty="0"/>
              <a:t> </a:t>
            </a:r>
          </a:p>
          <a:p>
            <a:r>
              <a:rPr lang="en-US" dirty="0"/>
              <a:t>5-On doit </a:t>
            </a:r>
            <a:r>
              <a:rPr lang="en-US" dirty="0" err="1"/>
              <a:t>ajouter</a:t>
            </a:r>
            <a:r>
              <a:rPr lang="en-US" dirty="0"/>
              <a:t> </a:t>
            </a:r>
            <a:r>
              <a:rPr lang="en-US" dirty="0" err="1"/>
              <a:t>ipsec</a:t>
            </a:r>
            <a:r>
              <a:rPr lang="en-US" dirty="0"/>
              <a:t> pour assurer la </a:t>
            </a:r>
            <a:r>
              <a:rPr lang="en-US" dirty="0" err="1"/>
              <a:t>sécurité</a:t>
            </a:r>
            <a:r>
              <a:rPr lang="en-US" dirty="0"/>
              <a:t> sur le tunnel pour les 2 sites </a:t>
            </a:r>
          </a:p>
          <a:p>
            <a:r>
              <a:rPr lang="en-US" dirty="0"/>
              <a:t>6 – SSH pour la connection </a:t>
            </a:r>
            <a:r>
              <a:rPr lang="en-US" dirty="0" err="1"/>
              <a:t>sécurisé</a:t>
            </a:r>
            <a:r>
              <a:rPr lang="en-US" dirty="0"/>
              <a:t> au </a:t>
            </a:r>
            <a:r>
              <a:rPr lang="en-US" dirty="0" err="1"/>
              <a:t>équiment</a:t>
            </a:r>
            <a:r>
              <a:rPr lang="en-US" dirty="0"/>
              <a:t> (switch-M,SWITCH –w…..)</a:t>
            </a:r>
          </a:p>
          <a:p>
            <a:r>
              <a:rPr lang="en-US" dirty="0"/>
              <a:t>7- </a:t>
            </a:r>
            <a:r>
              <a:rPr lang="en-US" dirty="0" err="1"/>
              <a:t>Serveur</a:t>
            </a:r>
            <a:r>
              <a:rPr lang="en-US" dirty="0"/>
              <a:t> TFTP et SSH : </a:t>
            </a:r>
            <a:r>
              <a:rPr lang="en-US" dirty="0" err="1"/>
              <a:t>Sauvegarder</a:t>
            </a:r>
            <a:r>
              <a:rPr lang="en-US" dirty="0"/>
              <a:t> </a:t>
            </a:r>
            <a:r>
              <a:rPr lang="en-US" dirty="0" err="1"/>
              <a:t>nos</a:t>
            </a:r>
            <a:r>
              <a:rPr lang="en-US" dirty="0"/>
              <a:t> configuration sur les routers et switch.</a:t>
            </a:r>
          </a:p>
        </p:txBody>
      </p:sp>
    </p:spTree>
    <p:extLst>
      <p:ext uri="{BB962C8B-B14F-4D97-AF65-F5344CB8AC3E}">
        <p14:creationId xmlns:p14="http://schemas.microsoft.com/office/powerpoint/2010/main" val="3922532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FF4C54-2ECA-62A4-85E0-7986B277983E}"/>
              </a:ext>
            </a:extLst>
          </p:cNvPr>
          <p:cNvSpPr>
            <a:spLocks noGrp="1"/>
          </p:cNvSpPr>
          <p:nvPr>
            <p:ph type="ctrTitle"/>
          </p:nvPr>
        </p:nvSpPr>
        <p:spPr>
          <a:xfrm>
            <a:off x="144654" y="182468"/>
            <a:ext cx="6660879" cy="960119"/>
          </a:xfrm>
        </p:spPr>
        <p:txBody>
          <a:bodyPr/>
          <a:lstStyle/>
          <a:p>
            <a:r>
              <a:rPr lang="fr-MA" sz="3200" dirty="0"/>
              <a:t>Les informations d’accès au équipement </a:t>
            </a:r>
          </a:p>
        </p:txBody>
      </p:sp>
      <p:sp>
        <p:nvSpPr>
          <p:cNvPr id="3" name="Espace réservé du texte 2">
            <a:extLst>
              <a:ext uri="{FF2B5EF4-FFF2-40B4-BE49-F238E27FC236}">
                <a16:creationId xmlns:a16="http://schemas.microsoft.com/office/drawing/2014/main" id="{CB3A232B-A1C0-DFD5-65C9-16763525BF07}"/>
              </a:ext>
            </a:extLst>
          </p:cNvPr>
          <p:cNvSpPr>
            <a:spLocks noGrp="1"/>
          </p:cNvSpPr>
          <p:nvPr>
            <p:ph type="body" sz="quarter" idx="11"/>
          </p:nvPr>
        </p:nvSpPr>
        <p:spPr>
          <a:xfrm>
            <a:off x="414478" y="1476568"/>
            <a:ext cx="11581904" cy="5198964"/>
          </a:xfrm>
        </p:spPr>
        <p:txBody>
          <a:bodyPr/>
          <a:lstStyle/>
          <a:p>
            <a:endParaRPr lang="fr-MA" dirty="0"/>
          </a:p>
        </p:txBody>
      </p:sp>
      <p:pic>
        <p:nvPicPr>
          <p:cNvPr id="5" name="Image 4">
            <a:extLst>
              <a:ext uri="{FF2B5EF4-FFF2-40B4-BE49-F238E27FC236}">
                <a16:creationId xmlns:a16="http://schemas.microsoft.com/office/drawing/2014/main" id="{6838E94C-CB24-23D0-450C-B5A696B4EB23}"/>
              </a:ext>
            </a:extLst>
          </p:cNvPr>
          <p:cNvPicPr>
            <a:picLocks noChangeAspect="1"/>
          </p:cNvPicPr>
          <p:nvPr/>
        </p:nvPicPr>
        <p:blipFill>
          <a:blip r:embed="rId2"/>
          <a:stretch>
            <a:fillRect/>
          </a:stretch>
        </p:blipFill>
        <p:spPr>
          <a:xfrm>
            <a:off x="414479" y="1476568"/>
            <a:ext cx="4112552" cy="5262369"/>
          </a:xfrm>
          <a:prstGeom prst="rect">
            <a:avLst/>
          </a:prstGeom>
        </p:spPr>
      </p:pic>
      <p:pic>
        <p:nvPicPr>
          <p:cNvPr id="7" name="Image 6">
            <a:extLst>
              <a:ext uri="{FF2B5EF4-FFF2-40B4-BE49-F238E27FC236}">
                <a16:creationId xmlns:a16="http://schemas.microsoft.com/office/drawing/2014/main" id="{0BF4FD0D-0938-A056-1376-DC7942EADA21}"/>
              </a:ext>
            </a:extLst>
          </p:cNvPr>
          <p:cNvPicPr>
            <a:picLocks noChangeAspect="1"/>
          </p:cNvPicPr>
          <p:nvPr/>
        </p:nvPicPr>
        <p:blipFill>
          <a:blip r:embed="rId3"/>
          <a:stretch>
            <a:fillRect/>
          </a:stretch>
        </p:blipFill>
        <p:spPr>
          <a:xfrm>
            <a:off x="6205430" y="1476569"/>
            <a:ext cx="5790952" cy="5080744"/>
          </a:xfrm>
          <a:prstGeom prst="rect">
            <a:avLst/>
          </a:prstGeom>
        </p:spPr>
      </p:pic>
    </p:spTree>
    <p:extLst>
      <p:ext uri="{BB962C8B-B14F-4D97-AF65-F5344CB8AC3E}">
        <p14:creationId xmlns:p14="http://schemas.microsoft.com/office/powerpoint/2010/main" val="2616554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rtlCol="0"/>
          <a:lstStyle>
            <a:defPPr>
              <a:defRPr lang="fr-FR"/>
            </a:defPPr>
          </a:lstStyle>
          <a:p>
            <a:pPr rtl="0"/>
            <a:r>
              <a:rPr lang="fr-FR" dirty="0"/>
              <a:t>Merci</a:t>
            </a:r>
          </a:p>
        </p:txBody>
      </p:sp>
      <p:sp>
        <p:nvSpPr>
          <p:cNvPr id="3" name="Espace réservé du texte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5486400" cy="1645920"/>
          </a:xfrm>
        </p:spPr>
        <p:txBody>
          <a:bodyPr rtlCol="0"/>
          <a:lstStyle>
            <a:defPPr>
              <a:defRPr lang="fr-FR"/>
            </a:defPPr>
          </a:lstStyle>
          <a:p>
            <a:pPr rtl="0"/>
            <a:endParaRPr lang="fr-FR" dirty="0"/>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Personnalisé">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2_TF78853419_Win32" id="{E939D1AD-245E-4113-B88E-E20D599B2C52}" vid="{B269D645-ADA9-4C84-B6E4-2BDC65D07C90}"/>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{9D4EF93B-FA2A-4ED7-B7DA-0BD5D83D1D6E}tf78853419_win32</Template>
  <TotalTime>670</TotalTime>
  <Words>779</Words>
  <Application>Microsoft Office PowerPoint</Application>
  <PresentationFormat>Grand écran</PresentationFormat>
  <Paragraphs>71</Paragraphs>
  <Slides>16</Slides>
  <Notes>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Franklin Gothic Book</vt:lpstr>
      <vt:lpstr>Franklin Gothic Demi</vt:lpstr>
      <vt:lpstr>Personnalisé</vt:lpstr>
      <vt:lpstr>Présentation de Projet Cisco</vt:lpstr>
      <vt:lpstr>Les buts de ce projet</vt:lpstr>
      <vt:lpstr>Introduction du Projet</vt:lpstr>
      <vt:lpstr>PREMIER SITE</vt:lpstr>
      <vt:lpstr>Deuxième site </vt:lpstr>
      <vt:lpstr>Topolgie du premier site</vt:lpstr>
      <vt:lpstr>Sécurité</vt:lpstr>
      <vt:lpstr>Sécurité des Communications avec IPsec</vt:lpstr>
      <vt:lpstr>Configuration IPsec</vt:lpstr>
      <vt:lpstr>Configuration IPsec</vt:lpstr>
      <vt:lpstr>Topologie du site 2</vt:lpstr>
      <vt:lpstr>Topologie finale</vt:lpstr>
      <vt:lpstr>Les fichiers de configuration</vt:lpstr>
      <vt:lpstr>Les méthode utilisé</vt:lpstr>
      <vt:lpstr>Les informations d’accès au équipement </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creator>
  <cp:lastModifiedBy>🅿️ *</cp:lastModifiedBy>
  <cp:revision>1</cp:revision>
  <dcterms:created xsi:type="dcterms:W3CDTF">2025-04-11T05:52:13Z</dcterms:created>
  <dcterms:modified xsi:type="dcterms:W3CDTF">2025-04-11T17:02:37Z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